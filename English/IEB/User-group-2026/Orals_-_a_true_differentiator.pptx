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5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A58B6FE-6FD8-49F1-BDAA-11C1835B55D2}" v="1" dt="2026-02-10T15:17:49.69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6" d="100"/>
          <a:sy n="76" d="100"/>
        </p:scale>
        <p:origin x="62" y="10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inky Antrobus" userId="a5cba01b-05f9-47c2-afa4-6a11a9fc4e34" providerId="ADAL" clId="{71F270F0-E110-414D-A5FF-3F3A05F9E2F8}"/>
    <pc:docChg chg="undo custSel addSld delSld modSld">
      <pc:chgData name="Minky Antrobus" userId="a5cba01b-05f9-47c2-afa4-6a11a9fc4e34" providerId="ADAL" clId="{71F270F0-E110-414D-A5FF-3F3A05F9E2F8}" dt="2026-02-10T15:22:42.234" v="413" actId="478"/>
      <pc:docMkLst>
        <pc:docMk/>
      </pc:docMkLst>
      <pc:sldChg chg="addSp delSp modSp mod setBg">
        <pc:chgData name="Minky Antrobus" userId="a5cba01b-05f9-47c2-afa4-6a11a9fc4e34" providerId="ADAL" clId="{71F270F0-E110-414D-A5FF-3F3A05F9E2F8}" dt="2026-02-10T15:17:58.502" v="133" actId="20577"/>
        <pc:sldMkLst>
          <pc:docMk/>
          <pc:sldMk cId="561487291" sldId="258"/>
        </pc:sldMkLst>
        <pc:spChg chg="mod">
          <ac:chgData name="Minky Antrobus" userId="a5cba01b-05f9-47c2-afa4-6a11a9fc4e34" providerId="ADAL" clId="{71F270F0-E110-414D-A5FF-3F3A05F9E2F8}" dt="2026-02-10T15:17:19.926" v="112" actId="26606"/>
          <ac:spMkLst>
            <pc:docMk/>
            <pc:sldMk cId="561487291" sldId="258"/>
            <ac:spMk id="2" creationId="{EAE44441-79A3-1FD8-E098-B520C441D742}"/>
          </ac:spMkLst>
        </pc:spChg>
        <pc:spChg chg="del mod">
          <ac:chgData name="Minky Antrobus" userId="a5cba01b-05f9-47c2-afa4-6a11a9fc4e34" providerId="ADAL" clId="{71F270F0-E110-414D-A5FF-3F3A05F9E2F8}" dt="2026-02-10T15:17:19.926" v="112" actId="26606"/>
          <ac:spMkLst>
            <pc:docMk/>
            <pc:sldMk cId="561487291" sldId="258"/>
            <ac:spMk id="3" creationId="{C874622A-170E-BFD7-23E5-13AFBCE45774}"/>
          </ac:spMkLst>
        </pc:spChg>
        <pc:spChg chg="add">
          <ac:chgData name="Minky Antrobus" userId="a5cba01b-05f9-47c2-afa4-6a11a9fc4e34" providerId="ADAL" clId="{71F270F0-E110-414D-A5FF-3F3A05F9E2F8}" dt="2026-02-10T15:17:19.926" v="112" actId="26606"/>
          <ac:spMkLst>
            <pc:docMk/>
            <pc:sldMk cId="561487291" sldId="258"/>
            <ac:spMk id="9" creationId="{C05CBC3C-2E5A-4839-8B9B-2E5A6ADF0F58}"/>
          </ac:spMkLst>
        </pc:spChg>
        <pc:spChg chg="add">
          <ac:chgData name="Minky Antrobus" userId="a5cba01b-05f9-47c2-afa4-6a11a9fc4e34" providerId="ADAL" clId="{71F270F0-E110-414D-A5FF-3F3A05F9E2F8}" dt="2026-02-10T15:17:19.926" v="112" actId="26606"/>
          <ac:spMkLst>
            <pc:docMk/>
            <pc:sldMk cId="561487291" sldId="258"/>
            <ac:spMk id="11" creationId="{DB5B423A-57CC-4C58-AA26-8E2E862B03A0}"/>
          </ac:spMkLst>
        </pc:spChg>
        <pc:graphicFrameChg chg="add mod modGraphic">
          <ac:chgData name="Minky Antrobus" userId="a5cba01b-05f9-47c2-afa4-6a11a9fc4e34" providerId="ADAL" clId="{71F270F0-E110-414D-A5FF-3F3A05F9E2F8}" dt="2026-02-10T15:17:58.502" v="133" actId="20577"/>
          <ac:graphicFrameMkLst>
            <pc:docMk/>
            <pc:sldMk cId="561487291" sldId="258"/>
            <ac:graphicFrameMk id="5" creationId="{49848972-AFA3-CE1F-CFD1-0D8D114F3C86}"/>
          </ac:graphicFrameMkLst>
        </pc:graphicFrameChg>
      </pc:sldChg>
      <pc:sldChg chg="addSp delSp modSp new mod setBg">
        <pc:chgData name="Minky Antrobus" userId="a5cba01b-05f9-47c2-afa4-6a11a9fc4e34" providerId="ADAL" clId="{71F270F0-E110-414D-A5FF-3F3A05F9E2F8}" dt="2026-02-10T15:19:57.510" v="308" actId="26606"/>
        <pc:sldMkLst>
          <pc:docMk/>
          <pc:sldMk cId="3672916563" sldId="259"/>
        </pc:sldMkLst>
        <pc:spChg chg="mod">
          <ac:chgData name="Minky Antrobus" userId="a5cba01b-05f9-47c2-afa4-6a11a9fc4e34" providerId="ADAL" clId="{71F270F0-E110-414D-A5FF-3F3A05F9E2F8}" dt="2026-02-10T15:19:57.510" v="308" actId="26606"/>
          <ac:spMkLst>
            <pc:docMk/>
            <pc:sldMk cId="3672916563" sldId="259"/>
            <ac:spMk id="2" creationId="{4CC1E31B-AD64-0625-A1AF-C75F073C8512}"/>
          </ac:spMkLst>
        </pc:spChg>
        <pc:spChg chg="del mod">
          <ac:chgData name="Minky Antrobus" userId="a5cba01b-05f9-47c2-afa4-6a11a9fc4e34" providerId="ADAL" clId="{71F270F0-E110-414D-A5FF-3F3A05F9E2F8}" dt="2026-02-10T15:19:57.510" v="308" actId="26606"/>
          <ac:spMkLst>
            <pc:docMk/>
            <pc:sldMk cId="3672916563" sldId="259"/>
            <ac:spMk id="3" creationId="{9F29196A-9B88-832B-938B-FD8DE127F900}"/>
          </ac:spMkLst>
        </pc:spChg>
        <pc:spChg chg="add">
          <ac:chgData name="Minky Antrobus" userId="a5cba01b-05f9-47c2-afa4-6a11a9fc4e34" providerId="ADAL" clId="{71F270F0-E110-414D-A5FF-3F3A05F9E2F8}" dt="2026-02-10T15:19:57.510" v="308" actId="26606"/>
          <ac:spMkLst>
            <pc:docMk/>
            <pc:sldMk cId="3672916563" sldId="259"/>
            <ac:spMk id="9" creationId="{247B6BBF-09F2-4A29-AE4E-3771E2924817}"/>
          </ac:spMkLst>
        </pc:spChg>
        <pc:spChg chg="add">
          <ac:chgData name="Minky Antrobus" userId="a5cba01b-05f9-47c2-afa4-6a11a9fc4e34" providerId="ADAL" clId="{71F270F0-E110-414D-A5FF-3F3A05F9E2F8}" dt="2026-02-10T15:19:57.510" v="308" actId="26606"/>
          <ac:spMkLst>
            <pc:docMk/>
            <pc:sldMk cId="3672916563" sldId="259"/>
            <ac:spMk id="11" creationId="{535742DD-1B16-4E9D-B715-0D74B4574A68}"/>
          </ac:spMkLst>
        </pc:spChg>
        <pc:graphicFrameChg chg="add">
          <ac:chgData name="Minky Antrobus" userId="a5cba01b-05f9-47c2-afa4-6a11a9fc4e34" providerId="ADAL" clId="{71F270F0-E110-414D-A5FF-3F3A05F9E2F8}" dt="2026-02-10T15:19:57.510" v="308" actId="26606"/>
          <ac:graphicFrameMkLst>
            <pc:docMk/>
            <pc:sldMk cId="3672916563" sldId="259"/>
            <ac:graphicFrameMk id="5" creationId="{3A132180-D6F3-B4BF-D599-143E9966989C}"/>
          </ac:graphicFrameMkLst>
        </pc:graphicFrameChg>
      </pc:sldChg>
      <pc:sldChg chg="addSp modSp new mod setBg">
        <pc:chgData name="Minky Antrobus" userId="a5cba01b-05f9-47c2-afa4-6a11a9fc4e34" providerId="ADAL" clId="{71F270F0-E110-414D-A5FF-3F3A05F9E2F8}" dt="2026-02-10T15:21:38.248" v="369" actId="255"/>
        <pc:sldMkLst>
          <pc:docMk/>
          <pc:sldMk cId="1257188318" sldId="260"/>
        </pc:sldMkLst>
        <pc:spChg chg="mod">
          <ac:chgData name="Minky Antrobus" userId="a5cba01b-05f9-47c2-afa4-6a11a9fc4e34" providerId="ADAL" clId="{71F270F0-E110-414D-A5FF-3F3A05F9E2F8}" dt="2026-02-10T15:21:30.718" v="368" actId="26606"/>
          <ac:spMkLst>
            <pc:docMk/>
            <pc:sldMk cId="1257188318" sldId="260"/>
            <ac:spMk id="2" creationId="{CA0F5585-D8E3-3FFC-3C0E-47D0B79A7305}"/>
          </ac:spMkLst>
        </pc:spChg>
        <pc:spChg chg="mod">
          <ac:chgData name="Minky Antrobus" userId="a5cba01b-05f9-47c2-afa4-6a11a9fc4e34" providerId="ADAL" clId="{71F270F0-E110-414D-A5FF-3F3A05F9E2F8}" dt="2026-02-10T15:21:38.248" v="369" actId="255"/>
          <ac:spMkLst>
            <pc:docMk/>
            <pc:sldMk cId="1257188318" sldId="260"/>
            <ac:spMk id="3" creationId="{2CCEBB1A-F622-F2D6-064A-A3C6A5949170}"/>
          </ac:spMkLst>
        </pc:spChg>
        <pc:spChg chg="add">
          <ac:chgData name="Minky Antrobus" userId="a5cba01b-05f9-47c2-afa4-6a11a9fc4e34" providerId="ADAL" clId="{71F270F0-E110-414D-A5FF-3F3A05F9E2F8}" dt="2026-02-10T15:21:30.718" v="368" actId="26606"/>
          <ac:spMkLst>
            <pc:docMk/>
            <pc:sldMk cId="1257188318" sldId="260"/>
            <ac:spMk id="10" creationId="{743AA782-23D1-4521-8CAD-47662984AA08}"/>
          </ac:spMkLst>
        </pc:spChg>
        <pc:spChg chg="add">
          <ac:chgData name="Minky Antrobus" userId="a5cba01b-05f9-47c2-afa4-6a11a9fc4e34" providerId="ADAL" clId="{71F270F0-E110-414D-A5FF-3F3A05F9E2F8}" dt="2026-02-10T15:21:30.718" v="368" actId="26606"/>
          <ac:spMkLst>
            <pc:docMk/>
            <pc:sldMk cId="1257188318" sldId="260"/>
            <ac:spMk id="12" creationId="{3CE8AF5E-D374-4CF1-90CC-35CF73B81C3E}"/>
          </ac:spMkLst>
        </pc:spChg>
        <pc:picChg chg="add">
          <ac:chgData name="Minky Antrobus" userId="a5cba01b-05f9-47c2-afa4-6a11a9fc4e34" providerId="ADAL" clId="{71F270F0-E110-414D-A5FF-3F3A05F9E2F8}" dt="2026-02-10T15:21:30.718" v="368" actId="26606"/>
          <ac:picMkLst>
            <pc:docMk/>
            <pc:sldMk cId="1257188318" sldId="260"/>
            <ac:picMk id="7" creationId="{7F39435E-31C8-6855-F83A-5EC4840C1125}"/>
          </ac:picMkLst>
        </pc:picChg>
        <pc:inkChg chg="add">
          <ac:chgData name="Minky Antrobus" userId="a5cba01b-05f9-47c2-afa4-6a11a9fc4e34" providerId="ADAL" clId="{71F270F0-E110-414D-A5FF-3F3A05F9E2F8}" dt="2026-02-10T15:21:30.718" v="368" actId="26606"/>
          <ac:inkMkLst>
            <pc:docMk/>
            <pc:sldMk cId="1257188318" sldId="260"/>
            <ac:inkMk id="14" creationId="{070477C5-0410-4E4F-97A1-F84C2465C187}"/>
          </ac:inkMkLst>
        </pc:inkChg>
      </pc:sldChg>
      <pc:sldChg chg="addSp delSp modSp new mod modMedia setBg">
        <pc:chgData name="Minky Antrobus" userId="a5cba01b-05f9-47c2-afa4-6a11a9fc4e34" providerId="ADAL" clId="{71F270F0-E110-414D-A5FF-3F3A05F9E2F8}" dt="2026-02-10T15:22:42.234" v="413" actId="478"/>
        <pc:sldMkLst>
          <pc:docMk/>
          <pc:sldMk cId="170675275" sldId="261"/>
        </pc:sldMkLst>
        <pc:spChg chg="mod">
          <ac:chgData name="Minky Antrobus" userId="a5cba01b-05f9-47c2-afa4-6a11a9fc4e34" providerId="ADAL" clId="{71F270F0-E110-414D-A5FF-3F3A05F9E2F8}" dt="2026-02-10T15:22:28.247" v="409" actId="26606"/>
          <ac:spMkLst>
            <pc:docMk/>
            <pc:sldMk cId="170675275" sldId="261"/>
            <ac:spMk id="2" creationId="{6266671C-D458-E09E-2771-D4052F122A72}"/>
          </ac:spMkLst>
        </pc:spChg>
        <pc:spChg chg="del mod">
          <ac:chgData name="Minky Antrobus" userId="a5cba01b-05f9-47c2-afa4-6a11a9fc4e34" providerId="ADAL" clId="{71F270F0-E110-414D-A5FF-3F3A05F9E2F8}" dt="2026-02-10T15:22:38.271" v="412" actId="478"/>
          <ac:spMkLst>
            <pc:docMk/>
            <pc:sldMk cId="170675275" sldId="261"/>
            <ac:spMk id="3" creationId="{6B562370-88D1-FD43-B76E-AD2E81AAB6E3}"/>
          </ac:spMkLst>
        </pc:spChg>
        <pc:spChg chg="add del mod">
          <ac:chgData name="Minky Antrobus" userId="a5cba01b-05f9-47c2-afa4-6a11a9fc4e34" providerId="ADAL" clId="{71F270F0-E110-414D-A5FF-3F3A05F9E2F8}" dt="2026-02-10T15:22:42.234" v="413" actId="478"/>
          <ac:spMkLst>
            <pc:docMk/>
            <pc:sldMk cId="170675275" sldId="261"/>
            <ac:spMk id="6" creationId="{C5B96751-4554-AEEC-E708-F61252EA6520}"/>
          </ac:spMkLst>
        </pc:spChg>
        <pc:spChg chg="add">
          <ac:chgData name="Minky Antrobus" userId="a5cba01b-05f9-47c2-afa4-6a11a9fc4e34" providerId="ADAL" clId="{71F270F0-E110-414D-A5FF-3F3A05F9E2F8}" dt="2026-02-10T15:22:28.247" v="409" actId="26606"/>
          <ac:spMkLst>
            <pc:docMk/>
            <pc:sldMk cId="170675275" sldId="261"/>
            <ac:spMk id="9" creationId="{007891EC-4501-44ED-A8C8-B11B6DB767AB}"/>
          </ac:spMkLst>
        </pc:spChg>
        <pc:picChg chg="add mod">
          <ac:chgData name="Minky Antrobus" userId="a5cba01b-05f9-47c2-afa4-6a11a9fc4e34" providerId="ADAL" clId="{71F270F0-E110-414D-A5FF-3F3A05F9E2F8}" dt="2026-02-10T15:22:29.349" v="411"/>
          <ac:picMkLst>
            <pc:docMk/>
            <pc:sldMk cId="170675275" sldId="261"/>
            <ac:picMk id="5" creationId="{10F8848F-50AF-DB9B-80FD-E19E7E97DCF2}"/>
          </ac:picMkLst>
        </pc:picChg>
        <pc:cxnChg chg="add">
          <ac:chgData name="Minky Antrobus" userId="a5cba01b-05f9-47c2-afa4-6a11a9fc4e34" providerId="ADAL" clId="{71F270F0-E110-414D-A5FF-3F3A05F9E2F8}" dt="2026-02-10T15:22:28.247" v="409" actId="26606"/>
          <ac:cxnSpMkLst>
            <pc:docMk/>
            <pc:sldMk cId="170675275" sldId="261"/>
            <ac:cxnSpMk id="11" creationId="{34E5597F-CE67-4085-9548-E6A8036DA3BB}"/>
          </ac:cxnSpMkLst>
        </pc:cxnChg>
      </pc:sldChg>
      <pc:sldChg chg="new del">
        <pc:chgData name="Minky Antrobus" userId="a5cba01b-05f9-47c2-afa4-6a11a9fc4e34" providerId="ADAL" clId="{71F270F0-E110-414D-A5FF-3F3A05F9E2F8}" dt="2026-02-10T15:21:47.849" v="371" actId="680"/>
        <pc:sldMkLst>
          <pc:docMk/>
          <pc:sldMk cId="3446754289" sldId="261"/>
        </pc:sldMkLst>
      </pc:sldChg>
    </pc:docChg>
  </pc:docChgLst>
</pc:chgInfo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colored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accent2">
        <a:alpha val="0"/>
      </a:schemeClr>
    </dgm:fillClrLst>
    <dgm:linClrLst meth="repeat">
      <a:schemeClr val="accent2">
        <a:alpha val="0"/>
      </a:schemeClr>
    </dgm:linClrLst>
    <dgm:effectClrLst/>
    <dgm:txLinClrLst/>
    <dgm:txFillClrLst meth="repeat">
      <a:schemeClr val="accent2"/>
      <a:schemeClr val="accent3"/>
      <a:schemeClr val="accent4"/>
      <a:schemeClr val="accent5"/>
      <a:schemeClr val="accent6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CB56E72E-19DF-4FC2-8214-26EA986F7D1A}" type="doc">
      <dgm:prSet loTypeId="urn:microsoft.com/office/officeart/2005/8/layout/process5" loCatId="process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30945AE8-1D1F-4E34-B0C3-3BA3D82D3236}">
      <dgm:prSet/>
      <dgm:spPr/>
      <dgm:t>
        <a:bodyPr/>
        <a:lstStyle/>
        <a:p>
          <a:r>
            <a:rPr lang="en-ZA"/>
            <a:t>Rigour</a:t>
          </a:r>
          <a:endParaRPr lang="en-US"/>
        </a:p>
      </dgm:t>
    </dgm:pt>
    <dgm:pt modelId="{86625081-8F17-49A7-8CD5-E07832B99D87}" type="parTrans" cxnId="{87BF6750-5849-489A-982A-9CB67E2652E9}">
      <dgm:prSet/>
      <dgm:spPr/>
      <dgm:t>
        <a:bodyPr/>
        <a:lstStyle/>
        <a:p>
          <a:endParaRPr lang="en-US"/>
        </a:p>
      </dgm:t>
    </dgm:pt>
    <dgm:pt modelId="{39C9DFB9-0C7C-4CF4-B892-333AA48EDC07}" type="sibTrans" cxnId="{87BF6750-5849-489A-982A-9CB67E2652E9}">
      <dgm:prSet/>
      <dgm:spPr/>
      <dgm:t>
        <a:bodyPr/>
        <a:lstStyle/>
        <a:p>
          <a:endParaRPr lang="en-US"/>
        </a:p>
      </dgm:t>
    </dgm:pt>
    <dgm:pt modelId="{22C6485C-966D-4670-9FE1-6AAD316B58C9}">
      <dgm:prSet/>
      <dgm:spPr/>
      <dgm:t>
        <a:bodyPr/>
        <a:lstStyle/>
        <a:p>
          <a:r>
            <a:rPr lang="en-ZA"/>
            <a:t>Variation</a:t>
          </a:r>
          <a:endParaRPr lang="en-US"/>
        </a:p>
      </dgm:t>
    </dgm:pt>
    <dgm:pt modelId="{D1E69AC3-2852-48CC-8428-17D4635E7362}" type="parTrans" cxnId="{45D32580-661B-4C80-B826-7C462F5F3CDC}">
      <dgm:prSet/>
      <dgm:spPr/>
      <dgm:t>
        <a:bodyPr/>
        <a:lstStyle/>
        <a:p>
          <a:endParaRPr lang="en-US"/>
        </a:p>
      </dgm:t>
    </dgm:pt>
    <dgm:pt modelId="{33F4D944-01A6-4195-9328-BD5420B0DE2F}" type="sibTrans" cxnId="{45D32580-661B-4C80-B826-7C462F5F3CDC}">
      <dgm:prSet/>
      <dgm:spPr/>
      <dgm:t>
        <a:bodyPr/>
        <a:lstStyle/>
        <a:p>
          <a:endParaRPr lang="en-US"/>
        </a:p>
      </dgm:t>
    </dgm:pt>
    <dgm:pt modelId="{6F5097ED-B478-4306-B06E-AEAD283EF231}">
      <dgm:prSet/>
      <dgm:spPr/>
      <dgm:t>
        <a:bodyPr/>
        <a:lstStyle/>
        <a:p>
          <a:r>
            <a:rPr lang="en-ZA"/>
            <a:t>Required length</a:t>
          </a:r>
          <a:endParaRPr lang="en-US"/>
        </a:p>
      </dgm:t>
    </dgm:pt>
    <dgm:pt modelId="{6A6A8C79-21C4-4C1F-990E-4612E77AA79B}" type="parTrans" cxnId="{965B6004-7B69-481C-8DFD-688C1B3AF4C2}">
      <dgm:prSet/>
      <dgm:spPr/>
      <dgm:t>
        <a:bodyPr/>
        <a:lstStyle/>
        <a:p>
          <a:endParaRPr lang="en-US"/>
        </a:p>
      </dgm:t>
    </dgm:pt>
    <dgm:pt modelId="{84354759-0060-4C49-AB7A-88F3858B6B7D}" type="sibTrans" cxnId="{965B6004-7B69-481C-8DFD-688C1B3AF4C2}">
      <dgm:prSet/>
      <dgm:spPr/>
      <dgm:t>
        <a:bodyPr/>
        <a:lstStyle/>
        <a:p>
          <a:endParaRPr lang="en-US"/>
        </a:p>
      </dgm:t>
    </dgm:pt>
    <dgm:pt modelId="{ADD14C90-7AD7-4C38-8C76-6DF3F6B21146}">
      <dgm:prSet/>
      <dgm:spPr/>
      <dgm:t>
        <a:bodyPr/>
        <a:lstStyle/>
        <a:p>
          <a:r>
            <a:rPr lang="en-ZA"/>
            <a:t>PPT/Visual element</a:t>
          </a:r>
          <a:endParaRPr lang="en-US"/>
        </a:p>
      </dgm:t>
    </dgm:pt>
    <dgm:pt modelId="{7E0F84C1-649D-4A0A-A231-E9D574AE4558}" type="parTrans" cxnId="{322B3A49-5F50-4A27-9424-96D831477572}">
      <dgm:prSet/>
      <dgm:spPr/>
      <dgm:t>
        <a:bodyPr/>
        <a:lstStyle/>
        <a:p>
          <a:endParaRPr lang="en-US"/>
        </a:p>
      </dgm:t>
    </dgm:pt>
    <dgm:pt modelId="{9D6D9A83-3844-446F-81B2-BAAD105AB682}" type="sibTrans" cxnId="{322B3A49-5F50-4A27-9424-96D831477572}">
      <dgm:prSet/>
      <dgm:spPr/>
      <dgm:t>
        <a:bodyPr/>
        <a:lstStyle/>
        <a:p>
          <a:endParaRPr lang="en-US"/>
        </a:p>
      </dgm:t>
    </dgm:pt>
    <dgm:pt modelId="{BE2C07FA-4B49-4E4B-8C4A-D67FF355E798}">
      <dgm:prSet/>
      <dgm:spPr/>
      <dgm:t>
        <a:bodyPr/>
        <a:lstStyle/>
        <a:p>
          <a:r>
            <a:rPr lang="en-ZA"/>
            <a:t>A+</a:t>
          </a:r>
          <a:endParaRPr lang="en-US"/>
        </a:p>
      </dgm:t>
    </dgm:pt>
    <dgm:pt modelId="{271BC57E-5DB6-416B-BBEB-9DBD95E63C5B}" type="parTrans" cxnId="{3F6CD4E5-DCA7-4870-9E77-F213139F0C3A}">
      <dgm:prSet/>
      <dgm:spPr/>
      <dgm:t>
        <a:bodyPr/>
        <a:lstStyle/>
        <a:p>
          <a:endParaRPr lang="en-US"/>
        </a:p>
      </dgm:t>
    </dgm:pt>
    <dgm:pt modelId="{3B384D68-E810-4F6C-BDE8-F2AEC95F4776}" type="sibTrans" cxnId="{3F6CD4E5-DCA7-4870-9E77-F213139F0C3A}">
      <dgm:prSet/>
      <dgm:spPr/>
      <dgm:t>
        <a:bodyPr/>
        <a:lstStyle/>
        <a:p>
          <a:endParaRPr lang="en-US"/>
        </a:p>
      </dgm:t>
    </dgm:pt>
    <dgm:pt modelId="{7E835093-07BD-419B-90AD-508C84A346FE}">
      <dgm:prSet/>
      <dgm:spPr/>
      <dgm:t>
        <a:bodyPr/>
        <a:lstStyle/>
        <a:p>
          <a:r>
            <a:rPr lang="en-ZA" dirty="0"/>
            <a:t>Audience awareness</a:t>
          </a:r>
        </a:p>
        <a:p>
          <a:endParaRPr lang="en-ZA" dirty="0"/>
        </a:p>
      </dgm:t>
    </dgm:pt>
    <dgm:pt modelId="{30976DA8-1507-4A00-A4FC-B3CC16524276}" type="parTrans" cxnId="{4DAEA763-4944-4B14-BFBD-C0A2B35BBEDE}">
      <dgm:prSet/>
      <dgm:spPr/>
    </dgm:pt>
    <dgm:pt modelId="{EA91BBA9-4E80-49DF-BD8F-BAEDC4286E49}" type="sibTrans" cxnId="{4DAEA763-4944-4B14-BFBD-C0A2B35BBEDE}">
      <dgm:prSet/>
      <dgm:spPr/>
    </dgm:pt>
    <dgm:pt modelId="{345B4C4A-B745-4CDC-81BF-ECB3B55CAB36}" type="pres">
      <dgm:prSet presAssocID="{CB56E72E-19DF-4FC2-8214-26EA986F7D1A}" presName="diagram" presStyleCnt="0">
        <dgm:presLayoutVars>
          <dgm:dir/>
          <dgm:resizeHandles val="exact"/>
        </dgm:presLayoutVars>
      </dgm:prSet>
      <dgm:spPr/>
    </dgm:pt>
    <dgm:pt modelId="{8A3A5A5B-F268-4BDA-BCA1-C34BE2AF8BFF}" type="pres">
      <dgm:prSet presAssocID="{30945AE8-1D1F-4E34-B0C3-3BA3D82D3236}" presName="node" presStyleLbl="node1" presStyleIdx="0" presStyleCnt="6">
        <dgm:presLayoutVars>
          <dgm:bulletEnabled val="1"/>
        </dgm:presLayoutVars>
      </dgm:prSet>
      <dgm:spPr/>
    </dgm:pt>
    <dgm:pt modelId="{86D15B43-9DF0-4CDA-84A3-B13B94235812}" type="pres">
      <dgm:prSet presAssocID="{39C9DFB9-0C7C-4CF4-B892-333AA48EDC07}" presName="sibTrans" presStyleLbl="sibTrans2D1" presStyleIdx="0" presStyleCnt="5"/>
      <dgm:spPr/>
    </dgm:pt>
    <dgm:pt modelId="{CF626EFB-1AEF-4C05-80CD-52D492B1C686}" type="pres">
      <dgm:prSet presAssocID="{39C9DFB9-0C7C-4CF4-B892-333AA48EDC07}" presName="connectorText" presStyleLbl="sibTrans2D1" presStyleIdx="0" presStyleCnt="5"/>
      <dgm:spPr/>
    </dgm:pt>
    <dgm:pt modelId="{312E80C9-A91B-494C-8D80-6A409266AC19}" type="pres">
      <dgm:prSet presAssocID="{22C6485C-966D-4670-9FE1-6AAD316B58C9}" presName="node" presStyleLbl="node1" presStyleIdx="1" presStyleCnt="6">
        <dgm:presLayoutVars>
          <dgm:bulletEnabled val="1"/>
        </dgm:presLayoutVars>
      </dgm:prSet>
      <dgm:spPr/>
    </dgm:pt>
    <dgm:pt modelId="{BE17498D-559B-4AC9-8043-1411BAA7A965}" type="pres">
      <dgm:prSet presAssocID="{33F4D944-01A6-4195-9328-BD5420B0DE2F}" presName="sibTrans" presStyleLbl="sibTrans2D1" presStyleIdx="1" presStyleCnt="5"/>
      <dgm:spPr/>
    </dgm:pt>
    <dgm:pt modelId="{6FC0AD91-CC93-4684-B83E-B79B15428FDB}" type="pres">
      <dgm:prSet presAssocID="{33F4D944-01A6-4195-9328-BD5420B0DE2F}" presName="connectorText" presStyleLbl="sibTrans2D1" presStyleIdx="1" presStyleCnt="5"/>
      <dgm:spPr/>
    </dgm:pt>
    <dgm:pt modelId="{A77C9AF8-2CDD-4861-A6DD-2BD9822612CB}" type="pres">
      <dgm:prSet presAssocID="{6F5097ED-B478-4306-B06E-AEAD283EF231}" presName="node" presStyleLbl="node1" presStyleIdx="2" presStyleCnt="6">
        <dgm:presLayoutVars>
          <dgm:bulletEnabled val="1"/>
        </dgm:presLayoutVars>
      </dgm:prSet>
      <dgm:spPr/>
    </dgm:pt>
    <dgm:pt modelId="{0D8E79DD-6970-4411-B114-8BC903DCB753}" type="pres">
      <dgm:prSet presAssocID="{84354759-0060-4C49-AB7A-88F3858B6B7D}" presName="sibTrans" presStyleLbl="sibTrans2D1" presStyleIdx="2" presStyleCnt="5"/>
      <dgm:spPr/>
    </dgm:pt>
    <dgm:pt modelId="{0644EC03-A97A-4DB9-B50C-4969B84CA4CA}" type="pres">
      <dgm:prSet presAssocID="{84354759-0060-4C49-AB7A-88F3858B6B7D}" presName="connectorText" presStyleLbl="sibTrans2D1" presStyleIdx="2" presStyleCnt="5"/>
      <dgm:spPr/>
    </dgm:pt>
    <dgm:pt modelId="{F10616A7-977B-4445-B2BE-DD1F8311357C}" type="pres">
      <dgm:prSet presAssocID="{ADD14C90-7AD7-4C38-8C76-6DF3F6B21146}" presName="node" presStyleLbl="node1" presStyleIdx="3" presStyleCnt="6">
        <dgm:presLayoutVars>
          <dgm:bulletEnabled val="1"/>
        </dgm:presLayoutVars>
      </dgm:prSet>
      <dgm:spPr/>
    </dgm:pt>
    <dgm:pt modelId="{96DC89B6-1300-4891-BD34-0BE6CB1602E9}" type="pres">
      <dgm:prSet presAssocID="{9D6D9A83-3844-446F-81B2-BAAD105AB682}" presName="sibTrans" presStyleLbl="sibTrans2D1" presStyleIdx="3" presStyleCnt="5"/>
      <dgm:spPr/>
    </dgm:pt>
    <dgm:pt modelId="{54849AE5-1956-474A-94E2-DB7B2BA5B614}" type="pres">
      <dgm:prSet presAssocID="{9D6D9A83-3844-446F-81B2-BAAD105AB682}" presName="connectorText" presStyleLbl="sibTrans2D1" presStyleIdx="3" presStyleCnt="5"/>
      <dgm:spPr/>
    </dgm:pt>
    <dgm:pt modelId="{6EBC232D-D5E0-4B70-BB46-CF60BF4999C3}" type="pres">
      <dgm:prSet presAssocID="{BE2C07FA-4B49-4E4B-8C4A-D67FF355E798}" presName="node" presStyleLbl="node1" presStyleIdx="4" presStyleCnt="6">
        <dgm:presLayoutVars>
          <dgm:bulletEnabled val="1"/>
        </dgm:presLayoutVars>
      </dgm:prSet>
      <dgm:spPr/>
    </dgm:pt>
    <dgm:pt modelId="{E6F2B284-38E0-40DF-897C-E149CF64B8CE}" type="pres">
      <dgm:prSet presAssocID="{3B384D68-E810-4F6C-BDE8-F2AEC95F4776}" presName="sibTrans" presStyleLbl="sibTrans2D1" presStyleIdx="4" presStyleCnt="5"/>
      <dgm:spPr/>
    </dgm:pt>
    <dgm:pt modelId="{ABD9BC2C-200E-4F67-AC4B-89558584F590}" type="pres">
      <dgm:prSet presAssocID="{3B384D68-E810-4F6C-BDE8-F2AEC95F4776}" presName="connectorText" presStyleLbl="sibTrans2D1" presStyleIdx="4" presStyleCnt="5"/>
      <dgm:spPr/>
    </dgm:pt>
    <dgm:pt modelId="{D86A6909-3773-43C7-B678-99CF9039035E}" type="pres">
      <dgm:prSet presAssocID="{7E835093-07BD-419B-90AD-508C84A346FE}" presName="node" presStyleLbl="node1" presStyleIdx="5" presStyleCnt="6">
        <dgm:presLayoutVars>
          <dgm:bulletEnabled val="1"/>
        </dgm:presLayoutVars>
      </dgm:prSet>
      <dgm:spPr/>
    </dgm:pt>
  </dgm:ptLst>
  <dgm:cxnLst>
    <dgm:cxn modelId="{965B6004-7B69-481C-8DFD-688C1B3AF4C2}" srcId="{CB56E72E-19DF-4FC2-8214-26EA986F7D1A}" destId="{6F5097ED-B478-4306-B06E-AEAD283EF231}" srcOrd="2" destOrd="0" parTransId="{6A6A8C79-21C4-4C1F-990E-4612E77AA79B}" sibTransId="{84354759-0060-4C49-AB7A-88F3858B6B7D}"/>
    <dgm:cxn modelId="{B5A08910-7609-4853-8C09-DECB2C566FAF}" type="presOf" srcId="{9D6D9A83-3844-446F-81B2-BAAD105AB682}" destId="{96DC89B6-1300-4891-BD34-0BE6CB1602E9}" srcOrd="0" destOrd="0" presId="urn:microsoft.com/office/officeart/2005/8/layout/process5"/>
    <dgm:cxn modelId="{3DC89118-3BF0-4347-B46B-03B0689A6569}" type="presOf" srcId="{CB56E72E-19DF-4FC2-8214-26EA986F7D1A}" destId="{345B4C4A-B745-4CDC-81BF-ECB3B55CAB36}" srcOrd="0" destOrd="0" presId="urn:microsoft.com/office/officeart/2005/8/layout/process5"/>
    <dgm:cxn modelId="{398AAF1E-6DBE-4A5B-8039-3F4BF400FA8D}" type="presOf" srcId="{33F4D944-01A6-4195-9328-BD5420B0DE2F}" destId="{6FC0AD91-CC93-4684-B83E-B79B15428FDB}" srcOrd="1" destOrd="0" presId="urn:microsoft.com/office/officeart/2005/8/layout/process5"/>
    <dgm:cxn modelId="{7200FF3F-E11C-4963-B033-D7B1AB9A86F9}" type="presOf" srcId="{3B384D68-E810-4F6C-BDE8-F2AEC95F4776}" destId="{ABD9BC2C-200E-4F67-AC4B-89558584F590}" srcOrd="1" destOrd="0" presId="urn:microsoft.com/office/officeart/2005/8/layout/process5"/>
    <dgm:cxn modelId="{139F3E61-2DC4-4E41-8B44-D44C64A3C752}" type="presOf" srcId="{3B384D68-E810-4F6C-BDE8-F2AEC95F4776}" destId="{E6F2B284-38E0-40DF-897C-E149CF64B8CE}" srcOrd="0" destOrd="0" presId="urn:microsoft.com/office/officeart/2005/8/layout/process5"/>
    <dgm:cxn modelId="{4DAEA763-4944-4B14-BFBD-C0A2B35BBEDE}" srcId="{CB56E72E-19DF-4FC2-8214-26EA986F7D1A}" destId="{7E835093-07BD-419B-90AD-508C84A346FE}" srcOrd="5" destOrd="0" parTransId="{30976DA8-1507-4A00-A4FC-B3CC16524276}" sibTransId="{EA91BBA9-4E80-49DF-BD8F-BAEDC4286E49}"/>
    <dgm:cxn modelId="{876F1B44-E4C3-4791-94DF-60CE8A444D78}" type="presOf" srcId="{9D6D9A83-3844-446F-81B2-BAAD105AB682}" destId="{54849AE5-1956-474A-94E2-DB7B2BA5B614}" srcOrd="1" destOrd="0" presId="urn:microsoft.com/office/officeart/2005/8/layout/process5"/>
    <dgm:cxn modelId="{D0F48F64-3835-4145-8B46-E859600F0031}" type="presOf" srcId="{33F4D944-01A6-4195-9328-BD5420B0DE2F}" destId="{BE17498D-559B-4AC9-8043-1411BAA7A965}" srcOrd="0" destOrd="0" presId="urn:microsoft.com/office/officeart/2005/8/layout/process5"/>
    <dgm:cxn modelId="{80466267-01AD-4234-85FA-6954B42BE038}" type="presOf" srcId="{7E835093-07BD-419B-90AD-508C84A346FE}" destId="{D86A6909-3773-43C7-B678-99CF9039035E}" srcOrd="0" destOrd="0" presId="urn:microsoft.com/office/officeart/2005/8/layout/process5"/>
    <dgm:cxn modelId="{322B3A49-5F50-4A27-9424-96D831477572}" srcId="{CB56E72E-19DF-4FC2-8214-26EA986F7D1A}" destId="{ADD14C90-7AD7-4C38-8C76-6DF3F6B21146}" srcOrd="3" destOrd="0" parTransId="{7E0F84C1-649D-4A0A-A231-E9D574AE4558}" sibTransId="{9D6D9A83-3844-446F-81B2-BAAD105AB682}"/>
    <dgm:cxn modelId="{9130DA4A-95D4-4335-8B0D-DDBC2B664D08}" type="presOf" srcId="{ADD14C90-7AD7-4C38-8C76-6DF3F6B21146}" destId="{F10616A7-977B-4445-B2BE-DD1F8311357C}" srcOrd="0" destOrd="0" presId="urn:microsoft.com/office/officeart/2005/8/layout/process5"/>
    <dgm:cxn modelId="{87BF6750-5849-489A-982A-9CB67E2652E9}" srcId="{CB56E72E-19DF-4FC2-8214-26EA986F7D1A}" destId="{30945AE8-1D1F-4E34-B0C3-3BA3D82D3236}" srcOrd="0" destOrd="0" parTransId="{86625081-8F17-49A7-8CD5-E07832B99D87}" sibTransId="{39C9DFB9-0C7C-4CF4-B892-333AA48EDC07}"/>
    <dgm:cxn modelId="{45D32580-661B-4C80-B826-7C462F5F3CDC}" srcId="{CB56E72E-19DF-4FC2-8214-26EA986F7D1A}" destId="{22C6485C-966D-4670-9FE1-6AAD316B58C9}" srcOrd="1" destOrd="0" parTransId="{D1E69AC3-2852-48CC-8428-17D4635E7362}" sibTransId="{33F4D944-01A6-4195-9328-BD5420B0DE2F}"/>
    <dgm:cxn modelId="{38FDFF9A-54D3-4953-B1F8-0B512152B062}" type="presOf" srcId="{84354759-0060-4C49-AB7A-88F3858B6B7D}" destId="{0D8E79DD-6970-4411-B114-8BC903DCB753}" srcOrd="0" destOrd="0" presId="urn:microsoft.com/office/officeart/2005/8/layout/process5"/>
    <dgm:cxn modelId="{890FABA2-D437-41E1-86F7-8CFE28A9E398}" type="presOf" srcId="{84354759-0060-4C49-AB7A-88F3858B6B7D}" destId="{0644EC03-A97A-4DB9-B50C-4969B84CA4CA}" srcOrd="1" destOrd="0" presId="urn:microsoft.com/office/officeart/2005/8/layout/process5"/>
    <dgm:cxn modelId="{1A5C4AAF-D583-4ED8-8C24-9F5A817A3223}" type="presOf" srcId="{6F5097ED-B478-4306-B06E-AEAD283EF231}" destId="{A77C9AF8-2CDD-4861-A6DD-2BD9822612CB}" srcOrd="0" destOrd="0" presId="urn:microsoft.com/office/officeart/2005/8/layout/process5"/>
    <dgm:cxn modelId="{951AB1B1-40DE-4770-8D74-01B43295340A}" type="presOf" srcId="{39C9DFB9-0C7C-4CF4-B892-333AA48EDC07}" destId="{CF626EFB-1AEF-4C05-80CD-52D492B1C686}" srcOrd="1" destOrd="0" presId="urn:microsoft.com/office/officeart/2005/8/layout/process5"/>
    <dgm:cxn modelId="{111783B8-325B-4869-B1D7-05B3921D4738}" type="presOf" srcId="{22C6485C-966D-4670-9FE1-6AAD316B58C9}" destId="{312E80C9-A91B-494C-8D80-6A409266AC19}" srcOrd="0" destOrd="0" presId="urn:microsoft.com/office/officeart/2005/8/layout/process5"/>
    <dgm:cxn modelId="{914347BF-5317-4761-8FF3-7EF3DA81BF15}" type="presOf" srcId="{30945AE8-1D1F-4E34-B0C3-3BA3D82D3236}" destId="{8A3A5A5B-F268-4BDA-BCA1-C34BE2AF8BFF}" srcOrd="0" destOrd="0" presId="urn:microsoft.com/office/officeart/2005/8/layout/process5"/>
    <dgm:cxn modelId="{B6AB51C3-8CB3-4507-AA6E-15F4B531E756}" type="presOf" srcId="{BE2C07FA-4B49-4E4B-8C4A-D67FF355E798}" destId="{6EBC232D-D5E0-4B70-BB46-CF60BF4999C3}" srcOrd="0" destOrd="0" presId="urn:microsoft.com/office/officeart/2005/8/layout/process5"/>
    <dgm:cxn modelId="{A67839D1-9F8B-4BCA-9EEB-ADA8AC078C5A}" type="presOf" srcId="{39C9DFB9-0C7C-4CF4-B892-333AA48EDC07}" destId="{86D15B43-9DF0-4CDA-84A3-B13B94235812}" srcOrd="0" destOrd="0" presId="urn:microsoft.com/office/officeart/2005/8/layout/process5"/>
    <dgm:cxn modelId="{3F6CD4E5-DCA7-4870-9E77-F213139F0C3A}" srcId="{CB56E72E-19DF-4FC2-8214-26EA986F7D1A}" destId="{BE2C07FA-4B49-4E4B-8C4A-D67FF355E798}" srcOrd="4" destOrd="0" parTransId="{271BC57E-5DB6-416B-BBEB-9DBD95E63C5B}" sibTransId="{3B384D68-E810-4F6C-BDE8-F2AEC95F4776}"/>
    <dgm:cxn modelId="{07889AD0-98BC-4502-9BFE-A88D3A536051}" type="presParOf" srcId="{345B4C4A-B745-4CDC-81BF-ECB3B55CAB36}" destId="{8A3A5A5B-F268-4BDA-BCA1-C34BE2AF8BFF}" srcOrd="0" destOrd="0" presId="urn:microsoft.com/office/officeart/2005/8/layout/process5"/>
    <dgm:cxn modelId="{26621C09-FAF6-4DF6-92C7-BCCE044B879D}" type="presParOf" srcId="{345B4C4A-B745-4CDC-81BF-ECB3B55CAB36}" destId="{86D15B43-9DF0-4CDA-84A3-B13B94235812}" srcOrd="1" destOrd="0" presId="urn:microsoft.com/office/officeart/2005/8/layout/process5"/>
    <dgm:cxn modelId="{05CA2CAC-CF36-4A7C-955B-3703C99499E9}" type="presParOf" srcId="{86D15B43-9DF0-4CDA-84A3-B13B94235812}" destId="{CF626EFB-1AEF-4C05-80CD-52D492B1C686}" srcOrd="0" destOrd="0" presId="urn:microsoft.com/office/officeart/2005/8/layout/process5"/>
    <dgm:cxn modelId="{DCA87F4B-FE6B-4D00-9D7F-E2686D457906}" type="presParOf" srcId="{345B4C4A-B745-4CDC-81BF-ECB3B55CAB36}" destId="{312E80C9-A91B-494C-8D80-6A409266AC19}" srcOrd="2" destOrd="0" presId="urn:microsoft.com/office/officeart/2005/8/layout/process5"/>
    <dgm:cxn modelId="{7269910E-79D1-4DF7-AFA3-B2DD274708DC}" type="presParOf" srcId="{345B4C4A-B745-4CDC-81BF-ECB3B55CAB36}" destId="{BE17498D-559B-4AC9-8043-1411BAA7A965}" srcOrd="3" destOrd="0" presId="urn:microsoft.com/office/officeart/2005/8/layout/process5"/>
    <dgm:cxn modelId="{05C150C5-47E7-4E12-90B3-5E34CA7DE273}" type="presParOf" srcId="{BE17498D-559B-4AC9-8043-1411BAA7A965}" destId="{6FC0AD91-CC93-4684-B83E-B79B15428FDB}" srcOrd="0" destOrd="0" presId="urn:microsoft.com/office/officeart/2005/8/layout/process5"/>
    <dgm:cxn modelId="{A9D091B6-8B65-4AB8-B4D5-3772B8581D7D}" type="presParOf" srcId="{345B4C4A-B745-4CDC-81BF-ECB3B55CAB36}" destId="{A77C9AF8-2CDD-4861-A6DD-2BD9822612CB}" srcOrd="4" destOrd="0" presId="urn:microsoft.com/office/officeart/2005/8/layout/process5"/>
    <dgm:cxn modelId="{A306675D-5EA2-4172-95B9-8C99C5C1C924}" type="presParOf" srcId="{345B4C4A-B745-4CDC-81BF-ECB3B55CAB36}" destId="{0D8E79DD-6970-4411-B114-8BC903DCB753}" srcOrd="5" destOrd="0" presId="urn:microsoft.com/office/officeart/2005/8/layout/process5"/>
    <dgm:cxn modelId="{B403E2B6-6CA1-49E9-A05F-B85E4118A39F}" type="presParOf" srcId="{0D8E79DD-6970-4411-B114-8BC903DCB753}" destId="{0644EC03-A97A-4DB9-B50C-4969B84CA4CA}" srcOrd="0" destOrd="0" presId="urn:microsoft.com/office/officeart/2005/8/layout/process5"/>
    <dgm:cxn modelId="{205D0D45-5D27-44AB-8B1F-8F6030073D5D}" type="presParOf" srcId="{345B4C4A-B745-4CDC-81BF-ECB3B55CAB36}" destId="{F10616A7-977B-4445-B2BE-DD1F8311357C}" srcOrd="6" destOrd="0" presId="urn:microsoft.com/office/officeart/2005/8/layout/process5"/>
    <dgm:cxn modelId="{A7A5B20E-C383-48EF-AFCD-E31D4CF3C2DC}" type="presParOf" srcId="{345B4C4A-B745-4CDC-81BF-ECB3B55CAB36}" destId="{96DC89B6-1300-4891-BD34-0BE6CB1602E9}" srcOrd="7" destOrd="0" presId="urn:microsoft.com/office/officeart/2005/8/layout/process5"/>
    <dgm:cxn modelId="{82B5FD03-61CC-49EB-894B-1A85C160075C}" type="presParOf" srcId="{96DC89B6-1300-4891-BD34-0BE6CB1602E9}" destId="{54849AE5-1956-474A-94E2-DB7B2BA5B614}" srcOrd="0" destOrd="0" presId="urn:microsoft.com/office/officeart/2005/8/layout/process5"/>
    <dgm:cxn modelId="{950473CE-483E-4650-ADF7-0F11B007ABB3}" type="presParOf" srcId="{345B4C4A-B745-4CDC-81BF-ECB3B55CAB36}" destId="{6EBC232D-D5E0-4B70-BB46-CF60BF4999C3}" srcOrd="8" destOrd="0" presId="urn:microsoft.com/office/officeart/2005/8/layout/process5"/>
    <dgm:cxn modelId="{86FB2285-B534-4B0F-984B-E6EAF8ADC127}" type="presParOf" srcId="{345B4C4A-B745-4CDC-81BF-ECB3B55CAB36}" destId="{E6F2B284-38E0-40DF-897C-E149CF64B8CE}" srcOrd="9" destOrd="0" presId="urn:microsoft.com/office/officeart/2005/8/layout/process5"/>
    <dgm:cxn modelId="{D351DE85-78D2-4B14-903B-634657B20B1D}" type="presParOf" srcId="{E6F2B284-38E0-40DF-897C-E149CF64B8CE}" destId="{ABD9BC2C-200E-4F67-AC4B-89558584F590}" srcOrd="0" destOrd="0" presId="urn:microsoft.com/office/officeart/2005/8/layout/process5"/>
    <dgm:cxn modelId="{368B534A-92AD-472A-B166-FBEB80E0757E}" type="presParOf" srcId="{345B4C4A-B745-4CDC-81BF-ECB3B55CAB36}" destId="{D86A6909-3773-43C7-B678-99CF9039035E}" srcOrd="10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FA21A3F-21DB-4778-9B68-587A6763A153}" type="doc">
      <dgm:prSet loTypeId="urn:microsoft.com/office/officeart/2018/5/layout/IconLeafLabelList" loCatId="icon" qsTypeId="urn:microsoft.com/office/officeart/2005/8/quickstyle/simple1" qsCatId="simple" csTypeId="urn:microsoft.com/office/officeart/2018/5/colors/Iconchunking_coloredtext_colorful1" csCatId="colorful" phldr="1"/>
      <dgm:spPr/>
      <dgm:t>
        <a:bodyPr/>
        <a:lstStyle/>
        <a:p>
          <a:endParaRPr lang="en-US"/>
        </a:p>
      </dgm:t>
    </dgm:pt>
    <dgm:pt modelId="{7CA57ED0-BB0B-4ABD-805A-2F2E91765FCF}">
      <dgm:prSet/>
      <dgm:spPr/>
      <dgm:t>
        <a:bodyPr/>
        <a:lstStyle/>
        <a:p>
          <a:pPr>
            <a:defRPr cap="all"/>
          </a:pPr>
          <a:r>
            <a:rPr lang="en-ZA"/>
            <a:t>Listening comprehensions: style and question types</a:t>
          </a:r>
          <a:endParaRPr lang="en-US"/>
        </a:p>
      </dgm:t>
    </dgm:pt>
    <dgm:pt modelId="{85AB8C79-EEAB-407F-BA93-16FE5FFD3FDE}" type="parTrans" cxnId="{DD49D694-47C5-425E-BCEE-14EC2FAB92BE}">
      <dgm:prSet/>
      <dgm:spPr/>
      <dgm:t>
        <a:bodyPr/>
        <a:lstStyle/>
        <a:p>
          <a:endParaRPr lang="en-US"/>
        </a:p>
      </dgm:t>
    </dgm:pt>
    <dgm:pt modelId="{FC1BFC39-BA9A-4BEC-B4AD-035D6285FCF2}" type="sibTrans" cxnId="{DD49D694-47C5-425E-BCEE-14EC2FAB92BE}">
      <dgm:prSet/>
      <dgm:spPr/>
      <dgm:t>
        <a:bodyPr/>
        <a:lstStyle/>
        <a:p>
          <a:endParaRPr lang="en-US"/>
        </a:p>
      </dgm:t>
    </dgm:pt>
    <dgm:pt modelId="{93DB089A-48DB-4D2B-BFE2-971E3528906B}">
      <dgm:prSet/>
      <dgm:spPr/>
      <dgm:t>
        <a:bodyPr/>
        <a:lstStyle/>
        <a:p>
          <a:pPr>
            <a:defRPr cap="all"/>
          </a:pPr>
          <a:r>
            <a:rPr lang="en-ZA"/>
            <a:t>Prepared reading : choice and delivery</a:t>
          </a:r>
          <a:endParaRPr lang="en-US"/>
        </a:p>
      </dgm:t>
    </dgm:pt>
    <dgm:pt modelId="{2466ED08-5D51-4D4C-8B64-7F59B3930F5C}" type="parTrans" cxnId="{2F89F3E2-F5F6-46CF-B4AF-3ED004F21396}">
      <dgm:prSet/>
      <dgm:spPr/>
      <dgm:t>
        <a:bodyPr/>
        <a:lstStyle/>
        <a:p>
          <a:endParaRPr lang="en-US"/>
        </a:p>
      </dgm:t>
    </dgm:pt>
    <dgm:pt modelId="{1B2E252F-A6A4-45EC-BB53-5C31554FA736}" type="sibTrans" cxnId="{2F89F3E2-F5F6-46CF-B4AF-3ED004F21396}">
      <dgm:prSet/>
      <dgm:spPr/>
      <dgm:t>
        <a:bodyPr/>
        <a:lstStyle/>
        <a:p>
          <a:endParaRPr lang="en-US"/>
        </a:p>
      </dgm:t>
    </dgm:pt>
    <dgm:pt modelId="{157782D3-62C9-493E-BE98-80CCFCCD54D0}">
      <dgm:prSet/>
      <dgm:spPr/>
      <dgm:t>
        <a:bodyPr/>
        <a:lstStyle/>
        <a:p>
          <a:pPr>
            <a:defRPr cap="all"/>
          </a:pPr>
          <a:r>
            <a:rPr lang="en-ZA"/>
            <a:t>Unprepared reading</a:t>
          </a:r>
          <a:endParaRPr lang="en-US"/>
        </a:p>
      </dgm:t>
    </dgm:pt>
    <dgm:pt modelId="{A0BF040B-6F83-490B-8464-FD8F9E78DB9A}" type="parTrans" cxnId="{FDD840B9-EFFE-46B7-8AAF-07351F6360E5}">
      <dgm:prSet/>
      <dgm:spPr/>
      <dgm:t>
        <a:bodyPr/>
        <a:lstStyle/>
        <a:p>
          <a:endParaRPr lang="en-US"/>
        </a:p>
      </dgm:t>
    </dgm:pt>
    <dgm:pt modelId="{39F4F30B-12E8-4147-BC50-427DFA6137E5}" type="sibTrans" cxnId="{FDD840B9-EFFE-46B7-8AAF-07351F6360E5}">
      <dgm:prSet/>
      <dgm:spPr/>
      <dgm:t>
        <a:bodyPr/>
        <a:lstStyle/>
        <a:p>
          <a:endParaRPr lang="en-US"/>
        </a:p>
      </dgm:t>
    </dgm:pt>
    <dgm:pt modelId="{F4D20752-9817-4779-86D7-D8618E7B9177}" type="pres">
      <dgm:prSet presAssocID="{7FA21A3F-21DB-4778-9B68-587A6763A153}" presName="root" presStyleCnt="0">
        <dgm:presLayoutVars>
          <dgm:dir/>
          <dgm:resizeHandles val="exact"/>
        </dgm:presLayoutVars>
      </dgm:prSet>
      <dgm:spPr/>
    </dgm:pt>
    <dgm:pt modelId="{8FE66C46-FF00-40C4-957B-699628E94F94}" type="pres">
      <dgm:prSet presAssocID="{7CA57ED0-BB0B-4ABD-805A-2F2E91765FCF}" presName="compNode" presStyleCnt="0"/>
      <dgm:spPr/>
    </dgm:pt>
    <dgm:pt modelId="{AA63A371-9622-4D8F-9C31-BAC67B63F9BC}" type="pres">
      <dgm:prSet presAssocID="{7CA57ED0-BB0B-4ABD-805A-2F2E91765FCF}" presName="iconBgRect" presStyleLbl="bgShp" presStyleIdx="0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02235F2D-BC21-4610-91F8-AFBD83CC842D}" type="pres">
      <dgm:prSet presAssocID="{7CA57ED0-BB0B-4ABD-805A-2F2E91765FCF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Headphones"/>
        </a:ext>
      </dgm:extLst>
    </dgm:pt>
    <dgm:pt modelId="{E0B4ED3B-E089-40D8-AC97-B09776E5122E}" type="pres">
      <dgm:prSet presAssocID="{7CA57ED0-BB0B-4ABD-805A-2F2E91765FCF}" presName="spaceRect" presStyleCnt="0"/>
      <dgm:spPr/>
    </dgm:pt>
    <dgm:pt modelId="{84AB830E-2085-4BC3-9F38-8AA37C69BA18}" type="pres">
      <dgm:prSet presAssocID="{7CA57ED0-BB0B-4ABD-805A-2F2E91765FCF}" presName="textRect" presStyleLbl="revTx" presStyleIdx="0" presStyleCnt="3">
        <dgm:presLayoutVars>
          <dgm:chMax val="1"/>
          <dgm:chPref val="1"/>
        </dgm:presLayoutVars>
      </dgm:prSet>
      <dgm:spPr/>
    </dgm:pt>
    <dgm:pt modelId="{D9C10A30-17C6-440E-A450-2DAA0ED3EF40}" type="pres">
      <dgm:prSet presAssocID="{FC1BFC39-BA9A-4BEC-B4AD-035D6285FCF2}" presName="sibTrans" presStyleCnt="0"/>
      <dgm:spPr/>
    </dgm:pt>
    <dgm:pt modelId="{BC745320-292A-4BFE-A833-59F3DF18B334}" type="pres">
      <dgm:prSet presAssocID="{93DB089A-48DB-4D2B-BFE2-971E3528906B}" presName="compNode" presStyleCnt="0"/>
      <dgm:spPr/>
    </dgm:pt>
    <dgm:pt modelId="{2F354699-4F12-42C5-B6D6-8E7F99A1318F}" type="pres">
      <dgm:prSet presAssocID="{93DB089A-48DB-4D2B-BFE2-971E3528906B}" presName="iconBgRect" presStyleLbl="bgShp" presStyleIdx="1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B9411350-B532-4A3E-BA4F-DCF56826FD25}" type="pres">
      <dgm:prSet presAssocID="{93DB089A-48DB-4D2B-BFE2-971E3528906B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Closed Book"/>
        </a:ext>
      </dgm:extLst>
    </dgm:pt>
    <dgm:pt modelId="{966B769D-FF93-4617-992D-886AE19D726C}" type="pres">
      <dgm:prSet presAssocID="{93DB089A-48DB-4D2B-BFE2-971E3528906B}" presName="spaceRect" presStyleCnt="0"/>
      <dgm:spPr/>
    </dgm:pt>
    <dgm:pt modelId="{D11CE763-BE40-4B08-A1FA-65C16414A37D}" type="pres">
      <dgm:prSet presAssocID="{93DB089A-48DB-4D2B-BFE2-971E3528906B}" presName="textRect" presStyleLbl="revTx" presStyleIdx="1" presStyleCnt="3">
        <dgm:presLayoutVars>
          <dgm:chMax val="1"/>
          <dgm:chPref val="1"/>
        </dgm:presLayoutVars>
      </dgm:prSet>
      <dgm:spPr/>
    </dgm:pt>
    <dgm:pt modelId="{18975138-4EF5-4B45-9756-3CC918BD82AF}" type="pres">
      <dgm:prSet presAssocID="{1B2E252F-A6A4-45EC-BB53-5C31554FA736}" presName="sibTrans" presStyleCnt="0"/>
      <dgm:spPr/>
    </dgm:pt>
    <dgm:pt modelId="{E3FB8E1C-B56B-4ECD-A1EE-1DC151B5F88D}" type="pres">
      <dgm:prSet presAssocID="{157782D3-62C9-493E-BE98-80CCFCCD54D0}" presName="compNode" presStyleCnt="0"/>
      <dgm:spPr/>
    </dgm:pt>
    <dgm:pt modelId="{07A4BDF1-22C3-43E0-AE20-64A62EDE715D}" type="pres">
      <dgm:prSet presAssocID="{157782D3-62C9-493E-BE98-80CCFCCD54D0}" presName="iconBgRect" presStyleLbl="bgShp" presStyleIdx="2" presStyleCnt="3"/>
      <dgm:spPr>
        <a:prstGeom prst="round2DiagRect">
          <a:avLst>
            <a:gd name="adj1" fmla="val 29727"/>
            <a:gd name="adj2" fmla="val 0"/>
          </a:avLst>
        </a:prstGeom>
      </dgm:spPr>
    </dgm:pt>
    <dgm:pt modelId="{8B577DA4-5A7F-4220-95AF-F3602A68CA61}" type="pres">
      <dgm:prSet presAssocID="{157782D3-62C9-493E-BE98-80CCFCCD54D0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ooks"/>
        </a:ext>
      </dgm:extLst>
    </dgm:pt>
    <dgm:pt modelId="{EB162904-E661-4DD3-97B7-5D7C31C322C5}" type="pres">
      <dgm:prSet presAssocID="{157782D3-62C9-493E-BE98-80CCFCCD54D0}" presName="spaceRect" presStyleCnt="0"/>
      <dgm:spPr/>
    </dgm:pt>
    <dgm:pt modelId="{B8BACF68-A24A-4957-A692-D02D69AC062D}" type="pres">
      <dgm:prSet presAssocID="{157782D3-62C9-493E-BE98-80CCFCCD54D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4ECBE123-245B-409F-9B67-944F2D4CD4B7}" type="presOf" srcId="{7FA21A3F-21DB-4778-9B68-587A6763A153}" destId="{F4D20752-9817-4779-86D7-D8618E7B9177}" srcOrd="0" destOrd="0" presId="urn:microsoft.com/office/officeart/2018/5/layout/IconLeafLabelList"/>
    <dgm:cxn modelId="{CA612F68-C358-4853-8CCF-5007F23CCA11}" type="presOf" srcId="{157782D3-62C9-493E-BE98-80CCFCCD54D0}" destId="{B8BACF68-A24A-4957-A692-D02D69AC062D}" srcOrd="0" destOrd="0" presId="urn:microsoft.com/office/officeart/2018/5/layout/IconLeafLabelList"/>
    <dgm:cxn modelId="{96350252-B95D-4F7E-88B0-04E2D36944B7}" type="presOf" srcId="{7CA57ED0-BB0B-4ABD-805A-2F2E91765FCF}" destId="{84AB830E-2085-4BC3-9F38-8AA37C69BA18}" srcOrd="0" destOrd="0" presId="urn:microsoft.com/office/officeart/2018/5/layout/IconLeafLabelList"/>
    <dgm:cxn modelId="{DD49D694-47C5-425E-BCEE-14EC2FAB92BE}" srcId="{7FA21A3F-21DB-4778-9B68-587A6763A153}" destId="{7CA57ED0-BB0B-4ABD-805A-2F2E91765FCF}" srcOrd="0" destOrd="0" parTransId="{85AB8C79-EEAB-407F-BA93-16FE5FFD3FDE}" sibTransId="{FC1BFC39-BA9A-4BEC-B4AD-035D6285FCF2}"/>
    <dgm:cxn modelId="{3B10D1B5-1B20-43FF-BC6D-C05E1BCF5047}" type="presOf" srcId="{93DB089A-48DB-4D2B-BFE2-971E3528906B}" destId="{D11CE763-BE40-4B08-A1FA-65C16414A37D}" srcOrd="0" destOrd="0" presId="urn:microsoft.com/office/officeart/2018/5/layout/IconLeafLabelList"/>
    <dgm:cxn modelId="{FDD840B9-EFFE-46B7-8AAF-07351F6360E5}" srcId="{7FA21A3F-21DB-4778-9B68-587A6763A153}" destId="{157782D3-62C9-493E-BE98-80CCFCCD54D0}" srcOrd="2" destOrd="0" parTransId="{A0BF040B-6F83-490B-8464-FD8F9E78DB9A}" sibTransId="{39F4F30B-12E8-4147-BC50-427DFA6137E5}"/>
    <dgm:cxn modelId="{2F89F3E2-F5F6-46CF-B4AF-3ED004F21396}" srcId="{7FA21A3F-21DB-4778-9B68-587A6763A153}" destId="{93DB089A-48DB-4D2B-BFE2-971E3528906B}" srcOrd="1" destOrd="0" parTransId="{2466ED08-5D51-4D4C-8B64-7F59B3930F5C}" sibTransId="{1B2E252F-A6A4-45EC-BB53-5C31554FA736}"/>
    <dgm:cxn modelId="{8A5C8C7E-656F-4B30-BD58-F278B0F56239}" type="presParOf" srcId="{F4D20752-9817-4779-86D7-D8618E7B9177}" destId="{8FE66C46-FF00-40C4-957B-699628E94F94}" srcOrd="0" destOrd="0" presId="urn:microsoft.com/office/officeart/2018/5/layout/IconLeafLabelList"/>
    <dgm:cxn modelId="{35B30F19-4376-4158-BF58-43C69B289D73}" type="presParOf" srcId="{8FE66C46-FF00-40C4-957B-699628E94F94}" destId="{AA63A371-9622-4D8F-9C31-BAC67B63F9BC}" srcOrd="0" destOrd="0" presId="urn:microsoft.com/office/officeart/2018/5/layout/IconLeafLabelList"/>
    <dgm:cxn modelId="{891ACAD8-C6D8-48B9-8C82-F4B0649B13FC}" type="presParOf" srcId="{8FE66C46-FF00-40C4-957B-699628E94F94}" destId="{02235F2D-BC21-4610-91F8-AFBD83CC842D}" srcOrd="1" destOrd="0" presId="urn:microsoft.com/office/officeart/2018/5/layout/IconLeafLabelList"/>
    <dgm:cxn modelId="{711858AE-8ED4-4636-A252-92F0193E12F8}" type="presParOf" srcId="{8FE66C46-FF00-40C4-957B-699628E94F94}" destId="{E0B4ED3B-E089-40D8-AC97-B09776E5122E}" srcOrd="2" destOrd="0" presId="urn:microsoft.com/office/officeart/2018/5/layout/IconLeafLabelList"/>
    <dgm:cxn modelId="{3118574A-C0FC-4DBA-96AD-173CDAF7ABB0}" type="presParOf" srcId="{8FE66C46-FF00-40C4-957B-699628E94F94}" destId="{84AB830E-2085-4BC3-9F38-8AA37C69BA18}" srcOrd="3" destOrd="0" presId="urn:microsoft.com/office/officeart/2018/5/layout/IconLeafLabelList"/>
    <dgm:cxn modelId="{5741CC1F-9733-400D-A4CD-80F0B6B6B3E0}" type="presParOf" srcId="{F4D20752-9817-4779-86D7-D8618E7B9177}" destId="{D9C10A30-17C6-440E-A450-2DAA0ED3EF40}" srcOrd="1" destOrd="0" presId="urn:microsoft.com/office/officeart/2018/5/layout/IconLeafLabelList"/>
    <dgm:cxn modelId="{5EDA2D29-48E7-4119-A290-EC9DAA17A0EF}" type="presParOf" srcId="{F4D20752-9817-4779-86D7-D8618E7B9177}" destId="{BC745320-292A-4BFE-A833-59F3DF18B334}" srcOrd="2" destOrd="0" presId="urn:microsoft.com/office/officeart/2018/5/layout/IconLeafLabelList"/>
    <dgm:cxn modelId="{40431E4E-B047-4636-98C7-FEECA01064DF}" type="presParOf" srcId="{BC745320-292A-4BFE-A833-59F3DF18B334}" destId="{2F354699-4F12-42C5-B6D6-8E7F99A1318F}" srcOrd="0" destOrd="0" presId="urn:microsoft.com/office/officeart/2018/5/layout/IconLeafLabelList"/>
    <dgm:cxn modelId="{A9DA8483-343A-418C-B2DE-6665C87D7EC3}" type="presParOf" srcId="{BC745320-292A-4BFE-A833-59F3DF18B334}" destId="{B9411350-B532-4A3E-BA4F-DCF56826FD25}" srcOrd="1" destOrd="0" presId="urn:microsoft.com/office/officeart/2018/5/layout/IconLeafLabelList"/>
    <dgm:cxn modelId="{4A3B9DCD-0C61-407C-A56E-1D8B3501DA44}" type="presParOf" srcId="{BC745320-292A-4BFE-A833-59F3DF18B334}" destId="{966B769D-FF93-4617-992D-886AE19D726C}" srcOrd="2" destOrd="0" presId="urn:microsoft.com/office/officeart/2018/5/layout/IconLeafLabelList"/>
    <dgm:cxn modelId="{0F401419-D0C4-436F-8D57-BB9D8FA34AC7}" type="presParOf" srcId="{BC745320-292A-4BFE-A833-59F3DF18B334}" destId="{D11CE763-BE40-4B08-A1FA-65C16414A37D}" srcOrd="3" destOrd="0" presId="urn:microsoft.com/office/officeart/2018/5/layout/IconLeafLabelList"/>
    <dgm:cxn modelId="{F870299A-C590-41C3-940F-9A5E5DDE6FAC}" type="presParOf" srcId="{F4D20752-9817-4779-86D7-D8618E7B9177}" destId="{18975138-4EF5-4B45-9756-3CC918BD82AF}" srcOrd="3" destOrd="0" presId="urn:microsoft.com/office/officeart/2018/5/layout/IconLeafLabelList"/>
    <dgm:cxn modelId="{BA2934B8-D802-49B4-8CE4-64D86F28C907}" type="presParOf" srcId="{F4D20752-9817-4779-86D7-D8618E7B9177}" destId="{E3FB8E1C-B56B-4ECD-A1EE-1DC151B5F88D}" srcOrd="4" destOrd="0" presId="urn:microsoft.com/office/officeart/2018/5/layout/IconLeafLabelList"/>
    <dgm:cxn modelId="{60763D77-2B74-4245-BD63-1E1F2850D3EF}" type="presParOf" srcId="{E3FB8E1C-B56B-4ECD-A1EE-1DC151B5F88D}" destId="{07A4BDF1-22C3-43E0-AE20-64A62EDE715D}" srcOrd="0" destOrd="0" presId="urn:microsoft.com/office/officeart/2018/5/layout/IconLeafLabelList"/>
    <dgm:cxn modelId="{EAF00C51-105B-47CD-ABFC-F68ED8A6E125}" type="presParOf" srcId="{E3FB8E1C-B56B-4ECD-A1EE-1DC151B5F88D}" destId="{8B577DA4-5A7F-4220-95AF-F3602A68CA61}" srcOrd="1" destOrd="0" presId="urn:microsoft.com/office/officeart/2018/5/layout/IconLeafLabelList"/>
    <dgm:cxn modelId="{922B08BC-291E-4047-BDA9-7FB9F039E898}" type="presParOf" srcId="{E3FB8E1C-B56B-4ECD-A1EE-1DC151B5F88D}" destId="{EB162904-E661-4DD3-97B7-5D7C31C322C5}" srcOrd="2" destOrd="0" presId="urn:microsoft.com/office/officeart/2018/5/layout/IconLeafLabelList"/>
    <dgm:cxn modelId="{F1403E85-7B52-48A4-847A-367516AF1CB6}" type="presParOf" srcId="{E3FB8E1C-B56B-4ECD-A1EE-1DC151B5F88D}" destId="{B8BACF68-A24A-4957-A692-D02D69AC062D}" srcOrd="3" destOrd="0" presId="urn:microsoft.com/office/officeart/2018/5/layout/IconLeaf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8A3A5A5B-F268-4BDA-BCA1-C34BE2AF8BFF}">
      <dsp:nvSpPr>
        <dsp:cNvPr id="0" name=""/>
        <dsp:cNvSpPr/>
      </dsp:nvSpPr>
      <dsp:spPr>
        <a:xfrm>
          <a:off x="287151" y="2495"/>
          <a:ext cx="2182010" cy="1309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000" kern="1200"/>
            <a:t>Rigour</a:t>
          </a:r>
          <a:endParaRPr lang="en-US" sz="3000" kern="1200"/>
        </a:p>
      </dsp:txBody>
      <dsp:txXfrm>
        <a:off x="325496" y="40840"/>
        <a:ext cx="2105320" cy="1232516"/>
      </dsp:txXfrm>
    </dsp:sp>
    <dsp:sp modelId="{86D15B43-9DF0-4CDA-84A3-B13B94235812}">
      <dsp:nvSpPr>
        <dsp:cNvPr id="0" name=""/>
        <dsp:cNvSpPr/>
      </dsp:nvSpPr>
      <dsp:spPr>
        <a:xfrm>
          <a:off x="2661178" y="386529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661178" y="494757"/>
        <a:ext cx="323810" cy="324682"/>
      </dsp:txXfrm>
    </dsp:sp>
    <dsp:sp modelId="{312E80C9-A91B-494C-8D80-6A409266AC19}">
      <dsp:nvSpPr>
        <dsp:cNvPr id="0" name=""/>
        <dsp:cNvSpPr/>
      </dsp:nvSpPr>
      <dsp:spPr>
        <a:xfrm>
          <a:off x="3341966" y="2495"/>
          <a:ext cx="2182010" cy="1309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000" kern="1200"/>
            <a:t>Variation</a:t>
          </a:r>
          <a:endParaRPr lang="en-US" sz="3000" kern="1200"/>
        </a:p>
      </dsp:txBody>
      <dsp:txXfrm>
        <a:off x="3380311" y="40840"/>
        <a:ext cx="2105320" cy="1232516"/>
      </dsp:txXfrm>
    </dsp:sp>
    <dsp:sp modelId="{BE17498D-559B-4AC9-8043-1411BAA7A965}">
      <dsp:nvSpPr>
        <dsp:cNvPr id="0" name=""/>
        <dsp:cNvSpPr/>
      </dsp:nvSpPr>
      <dsp:spPr>
        <a:xfrm rot="5400000">
          <a:off x="4201678" y="1464442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-5400000">
        <a:off x="4270630" y="1503718"/>
        <a:ext cx="324682" cy="323810"/>
      </dsp:txXfrm>
    </dsp:sp>
    <dsp:sp modelId="{A77C9AF8-2CDD-4861-A6DD-2BD9822612CB}">
      <dsp:nvSpPr>
        <dsp:cNvPr id="0" name=""/>
        <dsp:cNvSpPr/>
      </dsp:nvSpPr>
      <dsp:spPr>
        <a:xfrm>
          <a:off x="3341966" y="2184506"/>
          <a:ext cx="2182010" cy="1309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000" kern="1200"/>
            <a:t>Required length</a:t>
          </a:r>
          <a:endParaRPr lang="en-US" sz="3000" kern="1200"/>
        </a:p>
      </dsp:txBody>
      <dsp:txXfrm>
        <a:off x="3380311" y="2222851"/>
        <a:ext cx="2105320" cy="1232516"/>
      </dsp:txXfrm>
    </dsp:sp>
    <dsp:sp modelId="{0D8E79DD-6970-4411-B114-8BC903DCB753}">
      <dsp:nvSpPr>
        <dsp:cNvPr id="0" name=""/>
        <dsp:cNvSpPr/>
      </dsp:nvSpPr>
      <dsp:spPr>
        <a:xfrm rot="10800000">
          <a:off x="2687362" y="2568540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10800000">
        <a:off x="2826138" y="2676768"/>
        <a:ext cx="323810" cy="324682"/>
      </dsp:txXfrm>
    </dsp:sp>
    <dsp:sp modelId="{F10616A7-977B-4445-B2BE-DD1F8311357C}">
      <dsp:nvSpPr>
        <dsp:cNvPr id="0" name=""/>
        <dsp:cNvSpPr/>
      </dsp:nvSpPr>
      <dsp:spPr>
        <a:xfrm>
          <a:off x="287151" y="2184506"/>
          <a:ext cx="2182010" cy="1309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000" kern="1200"/>
            <a:t>PPT/Visual element</a:t>
          </a:r>
          <a:endParaRPr lang="en-US" sz="3000" kern="1200"/>
        </a:p>
      </dsp:txBody>
      <dsp:txXfrm>
        <a:off x="325496" y="2222851"/>
        <a:ext cx="2105320" cy="1232516"/>
      </dsp:txXfrm>
    </dsp:sp>
    <dsp:sp modelId="{96DC89B6-1300-4891-BD34-0BE6CB1602E9}">
      <dsp:nvSpPr>
        <dsp:cNvPr id="0" name=""/>
        <dsp:cNvSpPr/>
      </dsp:nvSpPr>
      <dsp:spPr>
        <a:xfrm rot="5400000">
          <a:off x="1146863" y="3646453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 rot="-5400000">
        <a:off x="1215815" y="3685729"/>
        <a:ext cx="324682" cy="323810"/>
      </dsp:txXfrm>
    </dsp:sp>
    <dsp:sp modelId="{6EBC232D-D5E0-4B70-BB46-CF60BF4999C3}">
      <dsp:nvSpPr>
        <dsp:cNvPr id="0" name=""/>
        <dsp:cNvSpPr/>
      </dsp:nvSpPr>
      <dsp:spPr>
        <a:xfrm>
          <a:off x="287151" y="4366516"/>
          <a:ext cx="2182010" cy="1309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000" kern="1200"/>
            <a:t>A+</a:t>
          </a:r>
          <a:endParaRPr lang="en-US" sz="3000" kern="1200"/>
        </a:p>
      </dsp:txBody>
      <dsp:txXfrm>
        <a:off x="325496" y="4404861"/>
        <a:ext cx="2105320" cy="1232516"/>
      </dsp:txXfrm>
    </dsp:sp>
    <dsp:sp modelId="{E6F2B284-38E0-40DF-897C-E149CF64B8CE}">
      <dsp:nvSpPr>
        <dsp:cNvPr id="0" name=""/>
        <dsp:cNvSpPr/>
      </dsp:nvSpPr>
      <dsp:spPr>
        <a:xfrm>
          <a:off x="2661178" y="4750550"/>
          <a:ext cx="462586" cy="541138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10223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2300" kern="1200"/>
        </a:p>
      </dsp:txBody>
      <dsp:txXfrm>
        <a:off x="2661178" y="4858778"/>
        <a:ext cx="323810" cy="324682"/>
      </dsp:txXfrm>
    </dsp:sp>
    <dsp:sp modelId="{D86A6909-3773-43C7-B678-99CF9039035E}">
      <dsp:nvSpPr>
        <dsp:cNvPr id="0" name=""/>
        <dsp:cNvSpPr/>
      </dsp:nvSpPr>
      <dsp:spPr>
        <a:xfrm>
          <a:off x="3341966" y="4366516"/>
          <a:ext cx="2182010" cy="1309206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14300" tIns="114300" rIns="114300" bIns="114300" numCol="1" spcCol="1270" anchor="ctr" anchorCtr="0">
          <a:noAutofit/>
        </a:bodyPr>
        <a:lstStyle/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000" kern="1200" dirty="0"/>
            <a:t>Audience awareness</a:t>
          </a:r>
        </a:p>
        <a:p>
          <a:pPr marL="0" lvl="0" indent="0" algn="ctr" defTabSz="13335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ZA" sz="3000" kern="1200" dirty="0"/>
        </a:p>
      </dsp:txBody>
      <dsp:txXfrm>
        <a:off x="3380311" y="4404861"/>
        <a:ext cx="2105320" cy="1232516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A63A371-9622-4D8F-9C31-BAC67B63F9BC}">
      <dsp:nvSpPr>
        <dsp:cNvPr id="0" name=""/>
        <dsp:cNvSpPr/>
      </dsp:nvSpPr>
      <dsp:spPr>
        <a:xfrm>
          <a:off x="712684" y="9696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2235F2D-BC21-4610-91F8-AFBD83CC842D}">
      <dsp:nvSpPr>
        <dsp:cNvPr id="0" name=""/>
        <dsp:cNvSpPr/>
      </dsp:nvSpPr>
      <dsp:spPr>
        <a:xfrm>
          <a:off x="1129497" y="513782"/>
          <a:ext cx="1122187" cy="1122187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4AB830E-2085-4BC3-9F38-8AA37C69BA18}">
      <dsp:nvSpPr>
        <dsp:cNvPr id="0" name=""/>
        <dsp:cNvSpPr/>
      </dsp:nvSpPr>
      <dsp:spPr>
        <a:xfrm>
          <a:off x="87465" y="266197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ZA" sz="2600" kern="1200"/>
            <a:t>Listening comprehensions: style and question types</a:t>
          </a:r>
          <a:endParaRPr lang="en-US" sz="2600" kern="1200"/>
        </a:p>
      </dsp:txBody>
      <dsp:txXfrm>
        <a:off x="87465" y="2661970"/>
        <a:ext cx="3206250" cy="720000"/>
      </dsp:txXfrm>
    </dsp:sp>
    <dsp:sp modelId="{2F354699-4F12-42C5-B6D6-8E7F99A1318F}">
      <dsp:nvSpPr>
        <dsp:cNvPr id="0" name=""/>
        <dsp:cNvSpPr/>
      </dsp:nvSpPr>
      <dsp:spPr>
        <a:xfrm>
          <a:off x="4480028" y="9696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411350-B532-4A3E-BA4F-DCF56826FD25}">
      <dsp:nvSpPr>
        <dsp:cNvPr id="0" name=""/>
        <dsp:cNvSpPr/>
      </dsp:nvSpPr>
      <dsp:spPr>
        <a:xfrm>
          <a:off x="4896840" y="513782"/>
          <a:ext cx="1122187" cy="1122187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11CE763-BE40-4B08-A1FA-65C16414A37D}">
      <dsp:nvSpPr>
        <dsp:cNvPr id="0" name=""/>
        <dsp:cNvSpPr/>
      </dsp:nvSpPr>
      <dsp:spPr>
        <a:xfrm>
          <a:off x="3854809" y="266197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ZA" sz="2600" kern="1200"/>
            <a:t>Prepared reading : choice and delivery</a:t>
          </a:r>
          <a:endParaRPr lang="en-US" sz="2600" kern="1200"/>
        </a:p>
      </dsp:txBody>
      <dsp:txXfrm>
        <a:off x="3854809" y="2661970"/>
        <a:ext cx="3206250" cy="720000"/>
      </dsp:txXfrm>
    </dsp:sp>
    <dsp:sp modelId="{07A4BDF1-22C3-43E0-AE20-64A62EDE715D}">
      <dsp:nvSpPr>
        <dsp:cNvPr id="0" name=""/>
        <dsp:cNvSpPr/>
      </dsp:nvSpPr>
      <dsp:spPr>
        <a:xfrm>
          <a:off x="8247372" y="96969"/>
          <a:ext cx="1955812" cy="1955812"/>
        </a:xfrm>
        <a:prstGeom prst="round2DiagRect">
          <a:avLst>
            <a:gd name="adj1" fmla="val 29727"/>
            <a:gd name="adj2" fmla="val 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8B577DA4-5A7F-4220-95AF-F3602A68CA61}">
      <dsp:nvSpPr>
        <dsp:cNvPr id="0" name=""/>
        <dsp:cNvSpPr/>
      </dsp:nvSpPr>
      <dsp:spPr>
        <a:xfrm>
          <a:off x="8664184" y="513782"/>
          <a:ext cx="1122187" cy="1122187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BACF68-A24A-4957-A692-D02D69AC062D}">
      <dsp:nvSpPr>
        <dsp:cNvPr id="0" name=""/>
        <dsp:cNvSpPr/>
      </dsp:nvSpPr>
      <dsp:spPr>
        <a:xfrm>
          <a:off x="7622153" y="2661970"/>
          <a:ext cx="3206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1557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ZA" sz="2600" kern="1200"/>
            <a:t>Unprepared reading</a:t>
          </a:r>
          <a:endParaRPr lang="en-US" sz="2600" kern="1200"/>
        </a:p>
      </dsp:txBody>
      <dsp:txXfrm>
        <a:off x="7622153" y="2661970"/>
        <a:ext cx="320625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5/layout/IconLeafLabelList">
  <dgm:title val="Icon Leaf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round2DiagRect" r:blip="">
            <dgm:adjLst/>
            <dgm:extLst>
              <a:ext uri="{B698B0E9-8C71-41B9-8309-B3DCBF30829C}">
                <dgm1612:spPr xmlns:dgm1612="http://schemas.microsoft.com/office/drawing/2016/12/diagram">
                  <a:prstGeom prst="round2DiagRect">
                    <a:avLst>
                      <a:gd name="adj1" fmla="val 29727"/>
                      <a:gd name="adj2" fmla="val 0"/>
                    </a:avLst>
                  </a:prstGeom>
                </dgm1612:spPr>
              </a:ext>
            </dgm:ext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6-02-10T15:21:18.591"/>
    </inkml:context>
    <inkml:brush xml:id="br0">
      <inkml:brushProperty name="width" value="0.1" units="cm"/>
      <inkml:brushProperty name="height" value="0.1" units="cm"/>
      <inkml:brushProperty name="color" value="#FFFFFF"/>
    </inkml:brush>
  </inkml:definitions>
  <inkml:trace contextRef="#ctx0" brushRef="#br0">1 0 128,'0'6'0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DA381740-063A-41A4-836D-85D14980EEF0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4EF9DF8-704A-44AE-8850-307DDACC93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Autofit/>
          </a:bodyPr>
          <a:lstStyle>
            <a:lvl1pPr algn="l">
              <a:defRPr sz="9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CC72E09-06F3-48B9-9B95-DE15EC9801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 algn="l">
              <a:buNone/>
              <a:defRPr sz="28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11CD474-E5E1-4D01-97F6-0C9FC09332C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36BBC7-EB9B-4B36-88E9-DBF65D270E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8786C7-DD8D-492F-9A9A-A7B3EBE27F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161462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5D02BC-5A24-47F7-A4DF-B93FBC0C51B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8E9219E-EE74-4093-94D6-F663E059C5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929384"/>
            <a:ext cx="10515600" cy="42519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2A61642-BFBA-48AE-A29C-C2AA7386AE9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D2029B-6646-4DBF-A302-76A513FC6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E6D4DFD-766F-4E45-A00C-2B5E8CE9A9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7" descr="Tag=AccentColor&#10;Flavor=Light&#10;Target=FillAndLine">
            <a:extLst>
              <a:ext uri="{FF2B5EF4-FFF2-40B4-BE49-F238E27FC236}">
                <a16:creationId xmlns:a16="http://schemas.microsoft.com/office/drawing/2014/main" id="{EBDD1931-9E86-4402-9A68-33A2D9EFB198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31913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C218C0-6540-400C-BB51-353D5FD5CB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41248" y="448056"/>
            <a:ext cx="10515600" cy="4069080"/>
          </a:xfrm>
        </p:spPr>
        <p:txBody>
          <a:bodyPr anchor="b">
            <a:normAutofit/>
          </a:bodyPr>
          <a:lstStyle>
            <a:lvl1pPr>
              <a:defRPr sz="8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81CD69-43B3-4FF7-AA41-30C36C957E6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41248" y="4983480"/>
            <a:ext cx="10515600" cy="1124712"/>
          </a:xfrm>
        </p:spPr>
        <p:txBody>
          <a:bodyPr>
            <a:normAutofit/>
          </a:bodyPr>
          <a:lstStyle>
            <a:lvl1pPr marL="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BF300D-5CBE-47E9-A193-E23C8314D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E7DF3F-C51A-4DB1-9FCE-E3E0D8E925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5269CF4-FAAB-44EF-A2A5-8352B4AA3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Rectangle 6" descr="Tag=AccentColor&#10;Flavor=Light&#10;Target=FillAndLine">
            <a:extLst>
              <a:ext uri="{FF2B5EF4-FFF2-40B4-BE49-F238E27FC236}">
                <a16:creationId xmlns:a16="http://schemas.microsoft.com/office/drawing/2014/main" id="{417A8947-4521-4FE1-8E44-27363435CE1B}"/>
              </a:ext>
            </a:extLst>
          </p:cNvPr>
          <p:cNvSpPr/>
          <p:nvPr/>
        </p:nvSpPr>
        <p:spPr>
          <a:xfrm>
            <a:off x="838200" y="473688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0416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DE264-531D-49C1-A8AF-2B4C1D218F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B9A1B8-2F1B-46AA-858A-CFFF5AF7CEB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929384"/>
            <a:ext cx="5181600" cy="425196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E6B9631-18C0-43BD-8AF3-9137D6D4C23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929384"/>
            <a:ext cx="5181600" cy="42519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9032FCA-14C6-4497-9C27-3F58062442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61E5057-693B-4E10-958E-0ABE79FEC70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70CECB1-0A35-4C10-9D3D-FE44042830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9" name="Rectangle 8" descr="Tag=AccentColor&#10;Flavor=Light&#10;Target=FillAndLine">
            <a:extLst>
              <a:ext uri="{FF2B5EF4-FFF2-40B4-BE49-F238E27FC236}">
                <a16:creationId xmlns:a16="http://schemas.microsoft.com/office/drawing/2014/main" id="{2FAAC677-2D37-4F63-9C4B-711A2988EE0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4782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28AE282-8875-4F49-AB21-E1C2BCAEA1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1712EA2-EF8C-4F18-BECF-AD121F72816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938528"/>
            <a:ext cx="5157787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7B59D4-E93F-40C1-A1A2-F1867830C6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926080"/>
            <a:ext cx="5157787" cy="3264408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E810616-1C77-42AE-8449-D0B64E2B847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938528"/>
            <a:ext cx="5183188" cy="823912"/>
          </a:xfrm>
        </p:spPr>
        <p:txBody>
          <a:bodyPr anchor="b">
            <a:normAutofit/>
          </a:bodyPr>
          <a:lstStyle>
            <a:lvl1pPr marL="0" indent="0">
              <a:buNone/>
              <a:defRPr sz="36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A74E172-AFE8-48E4-BBB0-CA6D4EC112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926080"/>
            <a:ext cx="5183188" cy="326440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C9407CC-270D-4C98-B95C-7AE67D2E19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54070D5-9B7B-47FC-9F75-F6AD960745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28EAC17-33BE-4265-8C06-644C2D34FD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11" name="Rectangle 10" descr="Tag=AccentColor&#10;Flavor=Light&#10;Target=FillAndLine">
            <a:extLst>
              <a:ext uri="{FF2B5EF4-FFF2-40B4-BE49-F238E27FC236}">
                <a16:creationId xmlns:a16="http://schemas.microsoft.com/office/drawing/2014/main" id="{F634C457-AEBF-47D7-9200-BAD05D138B12}"/>
              </a:ext>
            </a:extLst>
          </p:cNvPr>
          <p:cNvSpPr/>
          <p:nvPr/>
        </p:nvSpPr>
        <p:spPr>
          <a:xfrm>
            <a:off x="838199" y="1709928"/>
            <a:ext cx="10515600" cy="27432"/>
          </a:xfrm>
          <a:custGeom>
            <a:avLst/>
            <a:gdLst>
              <a:gd name="csX0" fmla="*/ 0 w 10515600"/>
              <a:gd name="csY0" fmla="*/ 0 h 27432"/>
              <a:gd name="csX1" fmla="*/ 446913 w 10515600"/>
              <a:gd name="csY1" fmla="*/ 0 h 27432"/>
              <a:gd name="csX2" fmla="*/ 1104138 w 10515600"/>
              <a:gd name="csY2" fmla="*/ 0 h 27432"/>
              <a:gd name="csX3" fmla="*/ 1866519 w 10515600"/>
              <a:gd name="csY3" fmla="*/ 0 h 27432"/>
              <a:gd name="csX4" fmla="*/ 2208276 w 10515600"/>
              <a:gd name="csY4" fmla="*/ 0 h 27432"/>
              <a:gd name="csX5" fmla="*/ 2550033 w 10515600"/>
              <a:gd name="csY5" fmla="*/ 0 h 27432"/>
              <a:gd name="csX6" fmla="*/ 3417570 w 10515600"/>
              <a:gd name="csY6" fmla="*/ 0 h 27432"/>
              <a:gd name="csX7" fmla="*/ 4074795 w 10515600"/>
              <a:gd name="csY7" fmla="*/ 0 h 27432"/>
              <a:gd name="csX8" fmla="*/ 4416552 w 10515600"/>
              <a:gd name="csY8" fmla="*/ 0 h 27432"/>
              <a:gd name="csX9" fmla="*/ 5073777 w 10515600"/>
              <a:gd name="csY9" fmla="*/ 0 h 27432"/>
              <a:gd name="csX10" fmla="*/ 5941314 w 10515600"/>
              <a:gd name="csY10" fmla="*/ 0 h 27432"/>
              <a:gd name="csX11" fmla="*/ 6493383 w 10515600"/>
              <a:gd name="csY11" fmla="*/ 0 h 27432"/>
              <a:gd name="csX12" fmla="*/ 7045452 w 10515600"/>
              <a:gd name="csY12" fmla="*/ 0 h 27432"/>
              <a:gd name="csX13" fmla="*/ 7702677 w 10515600"/>
              <a:gd name="csY13" fmla="*/ 0 h 27432"/>
              <a:gd name="csX14" fmla="*/ 8465058 w 10515600"/>
              <a:gd name="csY14" fmla="*/ 0 h 27432"/>
              <a:gd name="csX15" fmla="*/ 9227439 w 10515600"/>
              <a:gd name="csY15" fmla="*/ 0 h 27432"/>
              <a:gd name="csX16" fmla="*/ 10515600 w 10515600"/>
              <a:gd name="csY16" fmla="*/ 0 h 27432"/>
              <a:gd name="csX17" fmla="*/ 10515600 w 10515600"/>
              <a:gd name="csY17" fmla="*/ 27432 h 27432"/>
              <a:gd name="csX18" fmla="*/ 10068687 w 10515600"/>
              <a:gd name="csY18" fmla="*/ 27432 h 27432"/>
              <a:gd name="csX19" fmla="*/ 9201150 w 10515600"/>
              <a:gd name="csY19" fmla="*/ 27432 h 27432"/>
              <a:gd name="csX20" fmla="*/ 8543925 w 10515600"/>
              <a:gd name="csY20" fmla="*/ 27432 h 27432"/>
              <a:gd name="csX21" fmla="*/ 8202168 w 10515600"/>
              <a:gd name="csY21" fmla="*/ 27432 h 27432"/>
              <a:gd name="csX22" fmla="*/ 7544943 w 10515600"/>
              <a:gd name="csY22" fmla="*/ 27432 h 27432"/>
              <a:gd name="csX23" fmla="*/ 6992874 w 10515600"/>
              <a:gd name="csY23" fmla="*/ 27432 h 27432"/>
              <a:gd name="csX24" fmla="*/ 6440805 w 10515600"/>
              <a:gd name="csY24" fmla="*/ 27432 h 27432"/>
              <a:gd name="csX25" fmla="*/ 5888736 w 10515600"/>
              <a:gd name="csY25" fmla="*/ 27432 h 27432"/>
              <a:gd name="csX26" fmla="*/ 5336667 w 10515600"/>
              <a:gd name="csY26" fmla="*/ 27432 h 27432"/>
              <a:gd name="csX27" fmla="*/ 4574286 w 10515600"/>
              <a:gd name="csY27" fmla="*/ 27432 h 27432"/>
              <a:gd name="csX28" fmla="*/ 3917061 w 10515600"/>
              <a:gd name="csY28" fmla="*/ 27432 h 27432"/>
              <a:gd name="csX29" fmla="*/ 3575304 w 10515600"/>
              <a:gd name="csY29" fmla="*/ 27432 h 27432"/>
              <a:gd name="csX30" fmla="*/ 3023235 w 10515600"/>
              <a:gd name="csY30" fmla="*/ 27432 h 27432"/>
              <a:gd name="csX31" fmla="*/ 2260854 w 10515600"/>
              <a:gd name="csY31" fmla="*/ 27432 h 27432"/>
              <a:gd name="csX32" fmla="*/ 1813941 w 10515600"/>
              <a:gd name="csY32" fmla="*/ 27432 h 27432"/>
              <a:gd name="csX33" fmla="*/ 946404 w 10515600"/>
              <a:gd name="csY33" fmla="*/ 27432 h 27432"/>
              <a:gd name="csX34" fmla="*/ 0 w 10515600"/>
              <a:gd name="csY34" fmla="*/ 27432 h 27432"/>
              <a:gd name="csX35" fmla="*/ 0 w 10515600"/>
              <a:gd name="csY35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515600" h="27432" fill="none" extrusionOk="0">
                <a:moveTo>
                  <a:pt x="0" y="0"/>
                </a:moveTo>
                <a:cubicBezTo>
                  <a:pt x="119693" y="-14343"/>
                  <a:pt x="253007" y="-7583"/>
                  <a:pt x="446913" y="0"/>
                </a:cubicBezTo>
                <a:cubicBezTo>
                  <a:pt x="640819" y="7583"/>
                  <a:pt x="841419" y="-7067"/>
                  <a:pt x="1104138" y="0"/>
                </a:cubicBezTo>
                <a:cubicBezTo>
                  <a:pt x="1366858" y="7067"/>
                  <a:pt x="1495525" y="1255"/>
                  <a:pt x="1866519" y="0"/>
                </a:cubicBezTo>
                <a:cubicBezTo>
                  <a:pt x="2237513" y="-1255"/>
                  <a:pt x="2043820" y="12003"/>
                  <a:pt x="2208276" y="0"/>
                </a:cubicBezTo>
                <a:cubicBezTo>
                  <a:pt x="2372732" y="-12003"/>
                  <a:pt x="2419452" y="9887"/>
                  <a:pt x="2550033" y="0"/>
                </a:cubicBezTo>
                <a:cubicBezTo>
                  <a:pt x="2680614" y="-9887"/>
                  <a:pt x="3098156" y="3827"/>
                  <a:pt x="3417570" y="0"/>
                </a:cubicBezTo>
                <a:cubicBezTo>
                  <a:pt x="3736984" y="-3827"/>
                  <a:pt x="3916040" y="-6233"/>
                  <a:pt x="4074795" y="0"/>
                </a:cubicBezTo>
                <a:cubicBezTo>
                  <a:pt x="4233551" y="6233"/>
                  <a:pt x="4279253" y="5661"/>
                  <a:pt x="4416552" y="0"/>
                </a:cubicBezTo>
                <a:cubicBezTo>
                  <a:pt x="4553851" y="-5661"/>
                  <a:pt x="4915758" y="26022"/>
                  <a:pt x="5073777" y="0"/>
                </a:cubicBezTo>
                <a:cubicBezTo>
                  <a:pt x="5231797" y="-26022"/>
                  <a:pt x="5612089" y="32230"/>
                  <a:pt x="5941314" y="0"/>
                </a:cubicBezTo>
                <a:cubicBezTo>
                  <a:pt x="6270539" y="-32230"/>
                  <a:pt x="6313600" y="3064"/>
                  <a:pt x="6493383" y="0"/>
                </a:cubicBezTo>
                <a:cubicBezTo>
                  <a:pt x="6673166" y="-3064"/>
                  <a:pt x="6902474" y="-21096"/>
                  <a:pt x="7045452" y="0"/>
                </a:cubicBezTo>
                <a:cubicBezTo>
                  <a:pt x="7188430" y="21096"/>
                  <a:pt x="7478162" y="17386"/>
                  <a:pt x="7702677" y="0"/>
                </a:cubicBezTo>
                <a:cubicBezTo>
                  <a:pt x="7927192" y="-17386"/>
                  <a:pt x="8295683" y="-35143"/>
                  <a:pt x="8465058" y="0"/>
                </a:cubicBezTo>
                <a:cubicBezTo>
                  <a:pt x="8634433" y="35143"/>
                  <a:pt x="8927835" y="4103"/>
                  <a:pt x="9227439" y="0"/>
                </a:cubicBezTo>
                <a:cubicBezTo>
                  <a:pt x="9527043" y="-4103"/>
                  <a:pt x="10105355" y="-17535"/>
                  <a:pt x="10515600" y="0"/>
                </a:cubicBezTo>
                <a:cubicBezTo>
                  <a:pt x="10515789" y="12323"/>
                  <a:pt x="10515633" y="14639"/>
                  <a:pt x="10515600" y="27432"/>
                </a:cubicBezTo>
                <a:cubicBezTo>
                  <a:pt x="10343646" y="15282"/>
                  <a:pt x="10223667" y="31057"/>
                  <a:pt x="10068687" y="27432"/>
                </a:cubicBezTo>
                <a:cubicBezTo>
                  <a:pt x="9913707" y="23807"/>
                  <a:pt x="9512455" y="4101"/>
                  <a:pt x="9201150" y="27432"/>
                </a:cubicBezTo>
                <a:cubicBezTo>
                  <a:pt x="8889845" y="50763"/>
                  <a:pt x="8866277" y="3158"/>
                  <a:pt x="8543925" y="27432"/>
                </a:cubicBezTo>
                <a:cubicBezTo>
                  <a:pt x="8221573" y="51706"/>
                  <a:pt x="8288348" y="37286"/>
                  <a:pt x="8202168" y="27432"/>
                </a:cubicBezTo>
                <a:cubicBezTo>
                  <a:pt x="8115988" y="17578"/>
                  <a:pt x="7797033" y="6631"/>
                  <a:pt x="7544943" y="27432"/>
                </a:cubicBezTo>
                <a:cubicBezTo>
                  <a:pt x="7292854" y="48233"/>
                  <a:pt x="7108060" y="41767"/>
                  <a:pt x="6992874" y="27432"/>
                </a:cubicBezTo>
                <a:cubicBezTo>
                  <a:pt x="6877688" y="13097"/>
                  <a:pt x="6668930" y="7947"/>
                  <a:pt x="6440805" y="27432"/>
                </a:cubicBezTo>
                <a:cubicBezTo>
                  <a:pt x="6212680" y="46917"/>
                  <a:pt x="6027476" y="35225"/>
                  <a:pt x="5888736" y="27432"/>
                </a:cubicBezTo>
                <a:cubicBezTo>
                  <a:pt x="5749996" y="19639"/>
                  <a:pt x="5574559" y="43627"/>
                  <a:pt x="5336667" y="27432"/>
                </a:cubicBezTo>
                <a:cubicBezTo>
                  <a:pt x="5098775" y="11237"/>
                  <a:pt x="4837534" y="41882"/>
                  <a:pt x="4574286" y="27432"/>
                </a:cubicBezTo>
                <a:cubicBezTo>
                  <a:pt x="4311038" y="12982"/>
                  <a:pt x="4126419" y="26678"/>
                  <a:pt x="3917061" y="27432"/>
                </a:cubicBezTo>
                <a:cubicBezTo>
                  <a:pt x="3707704" y="28186"/>
                  <a:pt x="3657291" y="40087"/>
                  <a:pt x="3575304" y="27432"/>
                </a:cubicBezTo>
                <a:cubicBezTo>
                  <a:pt x="3493317" y="14777"/>
                  <a:pt x="3185226" y="45867"/>
                  <a:pt x="3023235" y="27432"/>
                </a:cubicBezTo>
                <a:cubicBezTo>
                  <a:pt x="2861244" y="8997"/>
                  <a:pt x="2597085" y="35801"/>
                  <a:pt x="2260854" y="27432"/>
                </a:cubicBezTo>
                <a:cubicBezTo>
                  <a:pt x="1924623" y="19063"/>
                  <a:pt x="1996678" y="15705"/>
                  <a:pt x="1813941" y="27432"/>
                </a:cubicBezTo>
                <a:cubicBezTo>
                  <a:pt x="1631204" y="39159"/>
                  <a:pt x="1187542" y="49167"/>
                  <a:pt x="946404" y="27432"/>
                </a:cubicBezTo>
                <a:cubicBezTo>
                  <a:pt x="705266" y="5697"/>
                  <a:pt x="404743" y="28229"/>
                  <a:pt x="0" y="27432"/>
                </a:cubicBezTo>
                <a:cubicBezTo>
                  <a:pt x="244" y="15297"/>
                  <a:pt x="645" y="7129"/>
                  <a:pt x="0" y="0"/>
                </a:cubicBezTo>
                <a:close/>
              </a:path>
              <a:path w="10515600" h="27432" stroke="0" extrusionOk="0">
                <a:moveTo>
                  <a:pt x="0" y="0"/>
                </a:moveTo>
                <a:cubicBezTo>
                  <a:pt x="230793" y="14353"/>
                  <a:pt x="332416" y="21392"/>
                  <a:pt x="552069" y="0"/>
                </a:cubicBezTo>
                <a:cubicBezTo>
                  <a:pt x="771722" y="-21392"/>
                  <a:pt x="761737" y="-14337"/>
                  <a:pt x="893826" y="0"/>
                </a:cubicBezTo>
                <a:cubicBezTo>
                  <a:pt x="1025915" y="14337"/>
                  <a:pt x="1441584" y="-15498"/>
                  <a:pt x="1761363" y="0"/>
                </a:cubicBezTo>
                <a:cubicBezTo>
                  <a:pt x="2081142" y="15498"/>
                  <a:pt x="2111503" y="7278"/>
                  <a:pt x="2313432" y="0"/>
                </a:cubicBezTo>
                <a:cubicBezTo>
                  <a:pt x="2515361" y="-7278"/>
                  <a:pt x="2743584" y="-17845"/>
                  <a:pt x="2865501" y="0"/>
                </a:cubicBezTo>
                <a:cubicBezTo>
                  <a:pt x="2987418" y="17845"/>
                  <a:pt x="3345183" y="8208"/>
                  <a:pt x="3733038" y="0"/>
                </a:cubicBezTo>
                <a:cubicBezTo>
                  <a:pt x="4120893" y="-8208"/>
                  <a:pt x="4009066" y="-3159"/>
                  <a:pt x="4179951" y="0"/>
                </a:cubicBezTo>
                <a:cubicBezTo>
                  <a:pt x="4350836" y="3159"/>
                  <a:pt x="4735020" y="17517"/>
                  <a:pt x="5047488" y="0"/>
                </a:cubicBezTo>
                <a:cubicBezTo>
                  <a:pt x="5359956" y="-17517"/>
                  <a:pt x="5662148" y="-17777"/>
                  <a:pt x="5915025" y="0"/>
                </a:cubicBezTo>
                <a:cubicBezTo>
                  <a:pt x="6167902" y="17777"/>
                  <a:pt x="6308797" y="30350"/>
                  <a:pt x="6572250" y="0"/>
                </a:cubicBezTo>
                <a:cubicBezTo>
                  <a:pt x="6835703" y="-30350"/>
                  <a:pt x="7107419" y="-9627"/>
                  <a:pt x="7439787" y="0"/>
                </a:cubicBezTo>
                <a:cubicBezTo>
                  <a:pt x="7772155" y="9627"/>
                  <a:pt x="7844034" y="-9098"/>
                  <a:pt x="7991856" y="0"/>
                </a:cubicBezTo>
                <a:cubicBezTo>
                  <a:pt x="8139678" y="9098"/>
                  <a:pt x="8289889" y="-20239"/>
                  <a:pt x="8543925" y="0"/>
                </a:cubicBezTo>
                <a:cubicBezTo>
                  <a:pt x="8797961" y="20239"/>
                  <a:pt x="8994198" y="29575"/>
                  <a:pt x="9306306" y="0"/>
                </a:cubicBezTo>
                <a:cubicBezTo>
                  <a:pt x="9618414" y="-29575"/>
                  <a:pt x="9739118" y="-23835"/>
                  <a:pt x="9858375" y="0"/>
                </a:cubicBezTo>
                <a:cubicBezTo>
                  <a:pt x="9977632" y="23835"/>
                  <a:pt x="10370488" y="-4069"/>
                  <a:pt x="10515600" y="0"/>
                </a:cubicBezTo>
                <a:cubicBezTo>
                  <a:pt x="10515650" y="5798"/>
                  <a:pt x="10515903" y="19375"/>
                  <a:pt x="10515600" y="27432"/>
                </a:cubicBezTo>
                <a:cubicBezTo>
                  <a:pt x="10304538" y="42307"/>
                  <a:pt x="10069280" y="3335"/>
                  <a:pt x="9753219" y="27432"/>
                </a:cubicBezTo>
                <a:cubicBezTo>
                  <a:pt x="9437158" y="51529"/>
                  <a:pt x="9488415" y="23852"/>
                  <a:pt x="9411462" y="27432"/>
                </a:cubicBezTo>
                <a:cubicBezTo>
                  <a:pt x="9334509" y="31012"/>
                  <a:pt x="9183755" y="44107"/>
                  <a:pt x="8964549" y="27432"/>
                </a:cubicBezTo>
                <a:cubicBezTo>
                  <a:pt x="8745343" y="10757"/>
                  <a:pt x="8279150" y="61693"/>
                  <a:pt x="8097012" y="27432"/>
                </a:cubicBezTo>
                <a:cubicBezTo>
                  <a:pt x="7914874" y="-6829"/>
                  <a:pt x="7608717" y="59556"/>
                  <a:pt x="7439787" y="27432"/>
                </a:cubicBezTo>
                <a:cubicBezTo>
                  <a:pt x="7270858" y="-4692"/>
                  <a:pt x="7154492" y="27026"/>
                  <a:pt x="6992874" y="27432"/>
                </a:cubicBezTo>
                <a:cubicBezTo>
                  <a:pt x="6831256" y="27838"/>
                  <a:pt x="6536817" y="51174"/>
                  <a:pt x="6335649" y="27432"/>
                </a:cubicBezTo>
                <a:cubicBezTo>
                  <a:pt x="6134481" y="3690"/>
                  <a:pt x="6097824" y="11070"/>
                  <a:pt x="5993892" y="27432"/>
                </a:cubicBezTo>
                <a:cubicBezTo>
                  <a:pt x="5889960" y="43794"/>
                  <a:pt x="5793821" y="34098"/>
                  <a:pt x="5652135" y="27432"/>
                </a:cubicBezTo>
                <a:cubicBezTo>
                  <a:pt x="5510449" y="20766"/>
                  <a:pt x="5168382" y="-3650"/>
                  <a:pt x="4994910" y="27432"/>
                </a:cubicBezTo>
                <a:cubicBezTo>
                  <a:pt x="4821439" y="58514"/>
                  <a:pt x="4653937" y="21362"/>
                  <a:pt x="4547997" y="27432"/>
                </a:cubicBezTo>
                <a:cubicBezTo>
                  <a:pt x="4442057" y="33502"/>
                  <a:pt x="4153363" y="33024"/>
                  <a:pt x="3785616" y="27432"/>
                </a:cubicBezTo>
                <a:cubicBezTo>
                  <a:pt x="3417869" y="21840"/>
                  <a:pt x="3544908" y="29840"/>
                  <a:pt x="3338703" y="27432"/>
                </a:cubicBezTo>
                <a:cubicBezTo>
                  <a:pt x="3132498" y="25024"/>
                  <a:pt x="2782152" y="45947"/>
                  <a:pt x="2576322" y="27432"/>
                </a:cubicBezTo>
                <a:cubicBezTo>
                  <a:pt x="2370492" y="8917"/>
                  <a:pt x="2347214" y="14129"/>
                  <a:pt x="2234565" y="27432"/>
                </a:cubicBezTo>
                <a:cubicBezTo>
                  <a:pt x="2121916" y="40735"/>
                  <a:pt x="1785921" y="49081"/>
                  <a:pt x="1472184" y="27432"/>
                </a:cubicBezTo>
                <a:cubicBezTo>
                  <a:pt x="1158447" y="5783"/>
                  <a:pt x="1203910" y="37937"/>
                  <a:pt x="1025271" y="27432"/>
                </a:cubicBezTo>
                <a:cubicBezTo>
                  <a:pt x="846632" y="16927"/>
                  <a:pt x="846577" y="17996"/>
                  <a:pt x="683514" y="27432"/>
                </a:cubicBezTo>
                <a:cubicBezTo>
                  <a:pt x="520451" y="36868"/>
                  <a:pt x="320799" y="46677"/>
                  <a:pt x="0" y="27432"/>
                </a:cubicBezTo>
                <a:cubicBezTo>
                  <a:pt x="-510" y="19859"/>
                  <a:pt x="-1106" y="11474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81906149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EE9AC0-40CD-4451-BF00-5E2FC7B7451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03704" y="1728216"/>
            <a:ext cx="7781544" cy="3392424"/>
          </a:xfrm>
        </p:spPr>
        <p:txBody>
          <a:bodyPr>
            <a:normAutofit/>
          </a:bodyPr>
          <a:lstStyle>
            <a:lvl1pPr algn="ctr">
              <a:defRPr sz="7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FD9A32-9C83-452B-BC69-CC6E95D3C9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87B83E-E23E-42DE-876D-F55908A97D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61C03A8-D428-4010-B413-13B1E99226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6" name="Rectangle 6" descr="Tag=AccentColor&#10;Flavor=Light&#10;Target=FillAndLine">
            <a:extLst>
              <a:ext uri="{FF2B5EF4-FFF2-40B4-BE49-F238E27FC236}">
                <a16:creationId xmlns:a16="http://schemas.microsoft.com/office/drawing/2014/main" id="{17F03060-85EC-4182-8C18-C6EE0D373E4B}"/>
              </a:ext>
            </a:extLst>
          </p:cNvPr>
          <p:cNvSpPr/>
          <p:nvPr/>
        </p:nvSpPr>
        <p:spPr>
          <a:xfrm>
            <a:off x="3974206" y="5126892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47520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72816A0-77C4-4A3F-87BD-A7321E3C84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5FC3464-F026-4C77-9441-55ECA5054D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87D9257-BADE-4D0B-AF0B-D09FE95FA0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3323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9A1C48E-F751-45A2-9010-208B81EDBE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D501F6-8430-4758-8636-74D68E990EC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303520" y="548640"/>
            <a:ext cx="6053328" cy="5431536"/>
          </a:xfrm>
        </p:spPr>
        <p:txBody>
          <a:bodyPr anchor="ctr"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E79DC39-A29C-494C-98B6-999746C5F3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2237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84C988-A6DB-469A-B8AA-31866F36E8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BC39C3-81EB-4828-9AD3-2F1FAC521E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059376C-9810-49A5-BC9A-4E6A02175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B9F96F3A-E64D-4401-B02C-BCD5CAA97CFF}"/>
              </a:ext>
            </a:extLst>
          </p:cNvPr>
          <p:cNvSpPr/>
          <p:nvPr/>
        </p:nvSpPr>
        <p:spPr>
          <a:xfrm rot="5400000">
            <a:off x="2797492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58502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237704-80BD-41B0-8395-41618EC3AF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1920" cy="3429000"/>
          </a:xfrm>
        </p:spPr>
        <p:txBody>
          <a:bodyPr anchor="b">
            <a:normAutofit/>
          </a:bodyPr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14DA4032-EC66-4974-BD30-898B60E4B56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303520" y="548640"/>
            <a:ext cx="6053328" cy="5431536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21802D0-5574-4631-BA49-92362F8E40D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3977640"/>
            <a:ext cx="3931920" cy="2002536"/>
          </a:xfrm>
        </p:spPr>
        <p:txBody>
          <a:bodyPr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2C2F5B-DDDD-4E64-94A9-99E46F4B06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4FA8D36-8865-48E7-8249-ED729A5F709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30F98C3-0B62-4361-8408-A01F70807C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  <p:sp>
        <p:nvSpPr>
          <p:cNvPr id="8" name="Rectangle 6" descr="Tag=AccentColor&#10;Flavor=Light&#10;Target=FillAndLine">
            <a:extLst>
              <a:ext uri="{FF2B5EF4-FFF2-40B4-BE49-F238E27FC236}">
                <a16:creationId xmlns:a16="http://schemas.microsoft.com/office/drawing/2014/main" id="{FE511AB6-FEAF-4549-BA88-0764BD10B63D}"/>
              </a:ext>
            </a:extLst>
          </p:cNvPr>
          <p:cNvSpPr/>
          <p:nvPr/>
        </p:nvSpPr>
        <p:spPr>
          <a:xfrm rot="5400000">
            <a:off x="2798064" y="3254143"/>
            <a:ext cx="4480560" cy="27432"/>
          </a:xfrm>
          <a:custGeom>
            <a:avLst/>
            <a:gdLst>
              <a:gd name="csX0" fmla="*/ 0 w 4480560"/>
              <a:gd name="csY0" fmla="*/ 0 h 27432"/>
              <a:gd name="csX1" fmla="*/ 595274 w 4480560"/>
              <a:gd name="csY1" fmla="*/ 0 h 27432"/>
              <a:gd name="csX2" fmla="*/ 1100938 w 4480560"/>
              <a:gd name="csY2" fmla="*/ 0 h 27432"/>
              <a:gd name="csX3" fmla="*/ 1651406 w 4480560"/>
              <a:gd name="csY3" fmla="*/ 0 h 27432"/>
              <a:gd name="csX4" fmla="*/ 2336292 w 4480560"/>
              <a:gd name="csY4" fmla="*/ 0 h 27432"/>
              <a:gd name="csX5" fmla="*/ 2931566 w 4480560"/>
              <a:gd name="csY5" fmla="*/ 0 h 27432"/>
              <a:gd name="csX6" fmla="*/ 3482035 w 4480560"/>
              <a:gd name="csY6" fmla="*/ 0 h 27432"/>
              <a:gd name="csX7" fmla="*/ 4480560 w 4480560"/>
              <a:gd name="csY7" fmla="*/ 0 h 27432"/>
              <a:gd name="csX8" fmla="*/ 4480560 w 4480560"/>
              <a:gd name="csY8" fmla="*/ 27432 h 27432"/>
              <a:gd name="csX9" fmla="*/ 3840480 w 4480560"/>
              <a:gd name="csY9" fmla="*/ 27432 h 27432"/>
              <a:gd name="csX10" fmla="*/ 3290011 w 4480560"/>
              <a:gd name="csY10" fmla="*/ 27432 h 27432"/>
              <a:gd name="csX11" fmla="*/ 2560320 w 4480560"/>
              <a:gd name="csY11" fmla="*/ 27432 h 27432"/>
              <a:gd name="csX12" fmla="*/ 1965046 w 4480560"/>
              <a:gd name="csY12" fmla="*/ 27432 h 27432"/>
              <a:gd name="csX13" fmla="*/ 1459382 w 4480560"/>
              <a:gd name="csY13" fmla="*/ 27432 h 27432"/>
              <a:gd name="csX14" fmla="*/ 774497 w 4480560"/>
              <a:gd name="csY14" fmla="*/ 27432 h 27432"/>
              <a:gd name="csX15" fmla="*/ 0 w 4480560"/>
              <a:gd name="csY15" fmla="*/ 27432 h 27432"/>
              <a:gd name="csX16" fmla="*/ 0 w 4480560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480560" h="27432" fill="none" extrusionOk="0">
                <a:moveTo>
                  <a:pt x="0" y="0"/>
                </a:moveTo>
                <a:cubicBezTo>
                  <a:pt x="267821" y="8731"/>
                  <a:pt x="334105" y="2629"/>
                  <a:pt x="595274" y="0"/>
                </a:cubicBezTo>
                <a:cubicBezTo>
                  <a:pt x="856443" y="-2629"/>
                  <a:pt x="863808" y="-13353"/>
                  <a:pt x="1100938" y="0"/>
                </a:cubicBezTo>
                <a:cubicBezTo>
                  <a:pt x="1338068" y="13353"/>
                  <a:pt x="1431663" y="-25862"/>
                  <a:pt x="1651406" y="0"/>
                </a:cubicBezTo>
                <a:cubicBezTo>
                  <a:pt x="1871149" y="25862"/>
                  <a:pt x="2173163" y="23827"/>
                  <a:pt x="2336292" y="0"/>
                </a:cubicBezTo>
                <a:cubicBezTo>
                  <a:pt x="2499421" y="-23827"/>
                  <a:pt x="2720589" y="28148"/>
                  <a:pt x="2931566" y="0"/>
                </a:cubicBezTo>
                <a:cubicBezTo>
                  <a:pt x="3142543" y="-28148"/>
                  <a:pt x="3323630" y="27022"/>
                  <a:pt x="3482035" y="0"/>
                </a:cubicBezTo>
                <a:cubicBezTo>
                  <a:pt x="3640440" y="-27022"/>
                  <a:pt x="4012110" y="-20118"/>
                  <a:pt x="4480560" y="0"/>
                </a:cubicBezTo>
                <a:cubicBezTo>
                  <a:pt x="4479587" y="8304"/>
                  <a:pt x="4480082" y="21512"/>
                  <a:pt x="4480560" y="27432"/>
                </a:cubicBezTo>
                <a:cubicBezTo>
                  <a:pt x="4314132" y="24068"/>
                  <a:pt x="4028383" y="45776"/>
                  <a:pt x="3840480" y="27432"/>
                </a:cubicBezTo>
                <a:cubicBezTo>
                  <a:pt x="3652577" y="9088"/>
                  <a:pt x="3547615" y="11992"/>
                  <a:pt x="3290011" y="27432"/>
                </a:cubicBezTo>
                <a:cubicBezTo>
                  <a:pt x="3032407" y="42872"/>
                  <a:pt x="2830268" y="17863"/>
                  <a:pt x="2560320" y="27432"/>
                </a:cubicBezTo>
                <a:cubicBezTo>
                  <a:pt x="2290372" y="37001"/>
                  <a:pt x="2147422" y="15872"/>
                  <a:pt x="1965046" y="27432"/>
                </a:cubicBezTo>
                <a:cubicBezTo>
                  <a:pt x="1782670" y="38992"/>
                  <a:pt x="1689791" y="49824"/>
                  <a:pt x="1459382" y="27432"/>
                </a:cubicBezTo>
                <a:cubicBezTo>
                  <a:pt x="1228973" y="5040"/>
                  <a:pt x="915486" y="45645"/>
                  <a:pt x="774497" y="27432"/>
                </a:cubicBezTo>
                <a:cubicBezTo>
                  <a:pt x="633508" y="9219"/>
                  <a:pt x="361442" y="-1963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480560" h="27432" stroke="0" extrusionOk="0">
                <a:moveTo>
                  <a:pt x="0" y="0"/>
                </a:moveTo>
                <a:cubicBezTo>
                  <a:pt x="285465" y="225"/>
                  <a:pt x="322691" y="16223"/>
                  <a:pt x="595274" y="0"/>
                </a:cubicBezTo>
                <a:cubicBezTo>
                  <a:pt x="867857" y="-16223"/>
                  <a:pt x="989129" y="-11242"/>
                  <a:pt x="1100938" y="0"/>
                </a:cubicBezTo>
                <a:cubicBezTo>
                  <a:pt x="1212747" y="11242"/>
                  <a:pt x="1574350" y="-36410"/>
                  <a:pt x="1830629" y="0"/>
                </a:cubicBezTo>
                <a:cubicBezTo>
                  <a:pt x="2086908" y="36410"/>
                  <a:pt x="2180922" y="4645"/>
                  <a:pt x="2425903" y="0"/>
                </a:cubicBezTo>
                <a:cubicBezTo>
                  <a:pt x="2670884" y="-4645"/>
                  <a:pt x="2782024" y="22929"/>
                  <a:pt x="3021178" y="0"/>
                </a:cubicBezTo>
                <a:cubicBezTo>
                  <a:pt x="3260332" y="-22929"/>
                  <a:pt x="3456982" y="-1586"/>
                  <a:pt x="3750869" y="0"/>
                </a:cubicBezTo>
                <a:cubicBezTo>
                  <a:pt x="4044756" y="1586"/>
                  <a:pt x="4302726" y="17043"/>
                  <a:pt x="4480560" y="0"/>
                </a:cubicBezTo>
                <a:cubicBezTo>
                  <a:pt x="4481045" y="9333"/>
                  <a:pt x="4481838" y="19699"/>
                  <a:pt x="4480560" y="27432"/>
                </a:cubicBezTo>
                <a:cubicBezTo>
                  <a:pt x="4279652" y="2294"/>
                  <a:pt x="4200762" y="50710"/>
                  <a:pt x="3930091" y="27432"/>
                </a:cubicBezTo>
                <a:cubicBezTo>
                  <a:pt x="3659420" y="4154"/>
                  <a:pt x="3456052" y="31438"/>
                  <a:pt x="3290011" y="27432"/>
                </a:cubicBezTo>
                <a:cubicBezTo>
                  <a:pt x="3123970" y="23426"/>
                  <a:pt x="2882392" y="41962"/>
                  <a:pt x="2649931" y="27432"/>
                </a:cubicBezTo>
                <a:cubicBezTo>
                  <a:pt x="2417470" y="12902"/>
                  <a:pt x="2238426" y="16481"/>
                  <a:pt x="2054657" y="27432"/>
                </a:cubicBezTo>
                <a:cubicBezTo>
                  <a:pt x="1870888" y="38383"/>
                  <a:pt x="1566368" y="54184"/>
                  <a:pt x="1324966" y="27432"/>
                </a:cubicBezTo>
                <a:cubicBezTo>
                  <a:pt x="1083564" y="680"/>
                  <a:pt x="787410" y="20090"/>
                  <a:pt x="595274" y="27432"/>
                </a:cubicBezTo>
                <a:cubicBezTo>
                  <a:pt x="403138" y="34774"/>
                  <a:pt x="169622" y="19643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4445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142875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07CF8D-FF51-4FD8-B968-A2C8507347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661A953-02EA-491B-A215-AF8420D74D3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084D1E-BC98-44E4-8D2C-89CCDC2933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3019EB-9C2B-4833-B72A-14769415972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F6E764-5688-45F5-94ED-A7357D2F568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126384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20E3CB6-3025-40BF-A04B-A7B0CB4C01F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DD5CB3-8B24-48C7-89D3-8DCAD36A453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0BC931-E2BF-4C1D-91AA-89F82F8268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2345051-2045-45DA-935E-2E3CA1A69ADC}" type="datetimeFigureOut">
              <a:rPr lang="en-US" smtClean="0"/>
              <a:t>2/10/2026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48A135-AEE9-4483-957E-3D143318D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28DEFD4-A052-46B3-B2AE-F3091D8A2F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7CD31F4-64FA-4BA0-9498-67783267A8C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516767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F72D13B-FFCB-4650-AD3C-CB50373525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0CA9470-DF15-46A1-BF0E-8A5367A4B0F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3047CB-E94D-482F-BACA-681E96C0EC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2345051-2045-45DA-935E-2E3CA1A69ADC}" type="datetimeFigureOut">
              <a:rPr lang="en-US" smtClean="0"/>
              <a:t>2/10/2026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CFDA4B5-E797-42FC-8B7A-2294DF24A3D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78ED201-6D0E-422C-B4EC-566A3DC298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7CD31F4-64FA-4BA0-9498-67783267A8C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363276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18" r:id="rId6"/>
    <p:sldLayoutId id="2147483714" r:id="rId7"/>
    <p:sldLayoutId id="2147483715" r:id="rId8"/>
    <p:sldLayoutId id="2147483716" r:id="rId9"/>
    <p:sldLayoutId id="2147483717" r:id="rId10"/>
    <p:sldLayoutId id="2147483719" r:id="rId11"/>
  </p:sldLayoutIdLst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8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10000"/>
        </a:lnSpc>
        <a:spcBef>
          <a:spcPts val="1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1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video" Target="../media/media1.mp4"/><Relationship Id="rId1" Type="http://schemas.microsoft.com/office/2007/relationships/media" Target="../media/media1.mp4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FA5B9DB-0BF9-4260-A97B-936524F9668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3770D918-BB8C-232E-BD9E-8B1E541EB1A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50000"/>
          </a:blip>
          <a:srcRect r="1779" b="1"/>
          <a:stretch>
            <a:fillRect/>
          </a:stretch>
        </p:blipFill>
        <p:spPr>
          <a:xfrm>
            <a:off x="20" y="10"/>
            <a:ext cx="12191979" cy="6857990"/>
          </a:xfrm>
          <a:prstGeom prst="rect">
            <a:avLst/>
          </a:prstGeom>
        </p:spPr>
      </p:pic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59824785-89B4-4433-955A-F2C847B153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859" y="614291"/>
            <a:ext cx="10577516" cy="5566372"/>
          </a:xfrm>
          <a:custGeom>
            <a:avLst/>
            <a:gdLst>
              <a:gd name="connsiteX0" fmla="*/ 2871593 w 10577516"/>
              <a:gd name="connsiteY0" fmla="*/ 5218333 h 5566372"/>
              <a:gd name="connsiteX1" fmla="*/ 3890441 w 10577516"/>
              <a:gd name="connsiteY1" fmla="*/ 5441298 h 5566372"/>
              <a:gd name="connsiteX2" fmla="*/ 4931282 w 10577516"/>
              <a:gd name="connsiteY2" fmla="*/ 5506891 h 5566372"/>
              <a:gd name="connsiteX3" fmla="*/ 2871593 w 10577516"/>
              <a:gd name="connsiteY3" fmla="*/ 5218333 h 5566372"/>
              <a:gd name="connsiteX4" fmla="*/ 4720395 w 10577516"/>
              <a:gd name="connsiteY4" fmla="*/ 128662 h 5566372"/>
              <a:gd name="connsiteX5" fmla="*/ 3554723 w 10577516"/>
              <a:gd name="connsiteY5" fmla="*/ 250059 h 5566372"/>
              <a:gd name="connsiteX6" fmla="*/ 2497230 w 10577516"/>
              <a:gd name="connsiteY6" fmla="*/ 530354 h 5566372"/>
              <a:gd name="connsiteX7" fmla="*/ 2960194 w 10577516"/>
              <a:gd name="connsiteY7" fmla="*/ 403237 h 5566372"/>
              <a:gd name="connsiteX8" fmla="*/ 3980314 w 10577516"/>
              <a:gd name="connsiteY8" fmla="*/ 212560 h 5566372"/>
              <a:gd name="connsiteX9" fmla="*/ 4677428 w 10577516"/>
              <a:gd name="connsiteY9" fmla="*/ 139593 h 5566372"/>
              <a:gd name="connsiteX10" fmla="*/ 4760675 w 10577516"/>
              <a:gd name="connsiteY10" fmla="*/ 134906 h 5566372"/>
              <a:gd name="connsiteX11" fmla="*/ 4792997 w 10577516"/>
              <a:gd name="connsiteY11" fmla="*/ 130123 h 5566372"/>
              <a:gd name="connsiteX12" fmla="*/ 4798006 w 10577516"/>
              <a:gd name="connsiteY12" fmla="*/ 130828 h 5566372"/>
              <a:gd name="connsiteX13" fmla="*/ 4798006 w 10577516"/>
              <a:gd name="connsiteY13" fmla="*/ 129381 h 5566372"/>
              <a:gd name="connsiteX14" fmla="*/ 4792997 w 10577516"/>
              <a:gd name="connsiteY14" fmla="*/ 130123 h 5566372"/>
              <a:gd name="connsiteX15" fmla="*/ 4788863 w 10577516"/>
              <a:gd name="connsiteY15" fmla="*/ 129541 h 5566372"/>
              <a:gd name="connsiteX16" fmla="*/ 4720395 w 10577516"/>
              <a:gd name="connsiteY16" fmla="*/ 128662 h 5566372"/>
              <a:gd name="connsiteX17" fmla="*/ 6438297 w 10577516"/>
              <a:gd name="connsiteY17" fmla="*/ 19 h 5566372"/>
              <a:gd name="connsiteX18" fmla="*/ 7523724 w 10577516"/>
              <a:gd name="connsiteY18" fmla="*/ 104129 h 5566372"/>
              <a:gd name="connsiteX19" fmla="*/ 8525668 w 10577516"/>
              <a:gd name="connsiteY19" fmla="*/ 421922 h 5566372"/>
              <a:gd name="connsiteX20" fmla="*/ 9518204 w 10577516"/>
              <a:gd name="connsiteY20" fmla="*/ 1055605 h 5566372"/>
              <a:gd name="connsiteX21" fmla="*/ 10008242 w 10577516"/>
              <a:gd name="connsiteY21" fmla="*/ 1589500 h 5566372"/>
              <a:gd name="connsiteX22" fmla="*/ 10325274 w 10577516"/>
              <a:gd name="connsiteY22" fmla="*/ 2051574 h 5566372"/>
              <a:gd name="connsiteX23" fmla="*/ 10565908 w 10577516"/>
              <a:gd name="connsiteY23" fmla="*/ 2649028 h 5566372"/>
              <a:gd name="connsiteX24" fmla="*/ 10542137 w 10577516"/>
              <a:gd name="connsiteY24" fmla="*/ 2966823 h 5566372"/>
              <a:gd name="connsiteX25" fmla="*/ 10513789 w 10577516"/>
              <a:gd name="connsiteY25" fmla="*/ 3066355 h 5566372"/>
              <a:gd name="connsiteX26" fmla="*/ 10417308 w 10577516"/>
              <a:gd name="connsiteY26" fmla="*/ 3369150 h 5566372"/>
              <a:gd name="connsiteX27" fmla="*/ 9794430 w 10577516"/>
              <a:gd name="connsiteY27" fmla="*/ 4220840 h 5566372"/>
              <a:gd name="connsiteX28" fmla="*/ 8719522 w 10577516"/>
              <a:gd name="connsiteY28" fmla="*/ 4888463 h 5566372"/>
              <a:gd name="connsiteX29" fmla="*/ 7693808 w 10577516"/>
              <a:gd name="connsiteY29" fmla="*/ 5234223 h 5566372"/>
              <a:gd name="connsiteX30" fmla="*/ 7092669 w 10577516"/>
              <a:gd name="connsiteY30" fmla="*/ 5363248 h 5566372"/>
              <a:gd name="connsiteX31" fmla="*/ 6240978 w 10577516"/>
              <a:gd name="connsiteY31" fmla="*/ 5507272 h 5566372"/>
              <a:gd name="connsiteX32" fmla="*/ 5462508 w 10577516"/>
              <a:gd name="connsiteY32" fmla="*/ 5559010 h 5566372"/>
              <a:gd name="connsiteX33" fmla="*/ 4386329 w 10577516"/>
              <a:gd name="connsiteY33" fmla="*/ 5548839 h 5566372"/>
              <a:gd name="connsiteX34" fmla="*/ 3501461 w 10577516"/>
              <a:gd name="connsiteY34" fmla="*/ 5432782 h 5566372"/>
              <a:gd name="connsiteX35" fmla="*/ 2624348 w 10577516"/>
              <a:gd name="connsiteY35" fmla="*/ 5200409 h 5566372"/>
              <a:gd name="connsiteX36" fmla="*/ 2221385 w 10577516"/>
              <a:gd name="connsiteY36" fmla="*/ 5053589 h 5566372"/>
              <a:gd name="connsiteX37" fmla="*/ 1173934 w 10577516"/>
              <a:gd name="connsiteY37" fmla="*/ 4636388 h 5566372"/>
              <a:gd name="connsiteX38" fmla="*/ 438176 w 10577516"/>
              <a:gd name="connsiteY38" fmla="*/ 4080883 h 5566372"/>
              <a:gd name="connsiteX39" fmla="*/ 18687 w 10577516"/>
              <a:gd name="connsiteY39" fmla="*/ 2942161 h 5566372"/>
              <a:gd name="connsiteX40" fmla="*/ 0 w 10577516"/>
              <a:gd name="connsiteY40" fmla="*/ 2832713 h 5566372"/>
              <a:gd name="connsiteX41" fmla="*/ 0 w 10577516"/>
              <a:gd name="connsiteY41" fmla="*/ 2747290 h 5566372"/>
              <a:gd name="connsiteX42" fmla="*/ 14746 w 10577516"/>
              <a:gd name="connsiteY42" fmla="*/ 2661993 h 5566372"/>
              <a:gd name="connsiteX43" fmla="*/ 292753 w 10577516"/>
              <a:gd name="connsiteY43" fmla="*/ 1968947 h 5566372"/>
              <a:gd name="connsiteX44" fmla="*/ 923893 w 10577516"/>
              <a:gd name="connsiteY44" fmla="*/ 1299417 h 5566372"/>
              <a:gd name="connsiteX45" fmla="*/ 2035538 w 10577516"/>
              <a:gd name="connsiteY45" fmla="*/ 648828 h 5566372"/>
              <a:gd name="connsiteX46" fmla="*/ 3545571 w 10577516"/>
              <a:gd name="connsiteY46" fmla="*/ 196289 h 5566372"/>
              <a:gd name="connsiteX47" fmla="*/ 5211705 w 10577516"/>
              <a:gd name="connsiteY47" fmla="*/ 78323 h 5566372"/>
              <a:gd name="connsiteX48" fmla="*/ 5467720 w 10577516"/>
              <a:gd name="connsiteY48" fmla="*/ 77052 h 5566372"/>
              <a:gd name="connsiteX49" fmla="*/ 6073564 w 10577516"/>
              <a:gd name="connsiteY49" fmla="*/ 11840 h 5566372"/>
              <a:gd name="connsiteX50" fmla="*/ 6438297 w 10577516"/>
              <a:gd name="connsiteY50" fmla="*/ 19 h 556637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</a:cxnLst>
            <a:rect l="l" t="t" r="r" b="b"/>
            <a:pathLst>
              <a:path w="10577516" h="5566372">
                <a:moveTo>
                  <a:pt x="2871593" y="5218333"/>
                </a:moveTo>
                <a:cubicBezTo>
                  <a:pt x="2990956" y="5269180"/>
                  <a:pt x="3517223" y="5383586"/>
                  <a:pt x="3890441" y="5441298"/>
                </a:cubicBezTo>
                <a:cubicBezTo>
                  <a:pt x="4162855" y="5483248"/>
                  <a:pt x="4828063" y="5526341"/>
                  <a:pt x="4931282" y="5506891"/>
                </a:cubicBezTo>
                <a:cubicBezTo>
                  <a:pt x="4236330" y="5449560"/>
                  <a:pt x="3552816" y="5364900"/>
                  <a:pt x="2871593" y="5218333"/>
                </a:cubicBezTo>
                <a:close/>
                <a:moveTo>
                  <a:pt x="4720395" y="128662"/>
                </a:moveTo>
                <a:cubicBezTo>
                  <a:pt x="4329266" y="138551"/>
                  <a:pt x="3939509" y="179153"/>
                  <a:pt x="3554723" y="250059"/>
                </a:cubicBezTo>
                <a:cubicBezTo>
                  <a:pt x="3195336" y="315207"/>
                  <a:pt x="2841707" y="408943"/>
                  <a:pt x="2497230" y="530354"/>
                </a:cubicBezTo>
                <a:cubicBezTo>
                  <a:pt x="2650917" y="485354"/>
                  <a:pt x="2804728" y="441372"/>
                  <a:pt x="2960194" y="403237"/>
                </a:cubicBezTo>
                <a:cubicBezTo>
                  <a:pt x="3296586" y="321538"/>
                  <a:pt x="3637121" y="257890"/>
                  <a:pt x="3980314" y="212560"/>
                </a:cubicBezTo>
                <a:cubicBezTo>
                  <a:pt x="4212050" y="181797"/>
                  <a:pt x="4444422" y="158280"/>
                  <a:pt x="4677428" y="139593"/>
                </a:cubicBezTo>
                <a:cubicBezTo>
                  <a:pt x="4704949" y="137369"/>
                  <a:pt x="4732915" y="137369"/>
                  <a:pt x="4760675" y="134906"/>
                </a:cubicBezTo>
                <a:lnTo>
                  <a:pt x="4792997" y="130123"/>
                </a:lnTo>
                <a:lnTo>
                  <a:pt x="4798006" y="130828"/>
                </a:lnTo>
                <a:lnTo>
                  <a:pt x="4798006" y="129381"/>
                </a:lnTo>
                <a:lnTo>
                  <a:pt x="4792997" y="130123"/>
                </a:lnTo>
                <a:lnTo>
                  <a:pt x="4788863" y="129541"/>
                </a:lnTo>
                <a:cubicBezTo>
                  <a:pt x="4766106" y="127801"/>
                  <a:pt x="4743237" y="127505"/>
                  <a:pt x="4720395" y="128662"/>
                </a:cubicBezTo>
                <a:close/>
                <a:moveTo>
                  <a:pt x="6438297" y="19"/>
                </a:moveTo>
                <a:cubicBezTo>
                  <a:pt x="6802322" y="-887"/>
                  <a:pt x="7164203" y="31671"/>
                  <a:pt x="7523724" y="104129"/>
                </a:cubicBezTo>
                <a:cubicBezTo>
                  <a:pt x="7868594" y="172060"/>
                  <a:pt x="8204694" y="278661"/>
                  <a:pt x="8525668" y="421922"/>
                </a:cubicBezTo>
                <a:cubicBezTo>
                  <a:pt x="8886414" y="582180"/>
                  <a:pt x="9221001" y="795802"/>
                  <a:pt x="9518204" y="1055605"/>
                </a:cubicBezTo>
                <a:cubicBezTo>
                  <a:pt x="9701176" y="1214502"/>
                  <a:pt x="9865578" y="1393612"/>
                  <a:pt x="10008242" y="1589500"/>
                </a:cubicBezTo>
                <a:cubicBezTo>
                  <a:pt x="10117308" y="1741190"/>
                  <a:pt x="10222982" y="1895218"/>
                  <a:pt x="10325274" y="2051574"/>
                </a:cubicBezTo>
                <a:cubicBezTo>
                  <a:pt x="10446215" y="2231789"/>
                  <a:pt x="10528180" y="2435291"/>
                  <a:pt x="10565908" y="2649028"/>
                </a:cubicBezTo>
                <a:cubicBezTo>
                  <a:pt x="10584595" y="2757459"/>
                  <a:pt x="10583451" y="2862839"/>
                  <a:pt x="10542137" y="2966823"/>
                </a:cubicBezTo>
                <a:cubicBezTo>
                  <a:pt x="10530023" y="2999186"/>
                  <a:pt x="10520540" y="3032466"/>
                  <a:pt x="10513789" y="3066355"/>
                </a:cubicBezTo>
                <a:cubicBezTo>
                  <a:pt x="10490298" y="3169843"/>
                  <a:pt x="10458023" y="3271142"/>
                  <a:pt x="10417308" y="3369150"/>
                </a:cubicBezTo>
                <a:cubicBezTo>
                  <a:pt x="10279257" y="3703851"/>
                  <a:pt x="10062140" y="3980714"/>
                  <a:pt x="9794430" y="4220840"/>
                </a:cubicBezTo>
                <a:cubicBezTo>
                  <a:pt x="9475364" y="4506346"/>
                  <a:pt x="9109391" y="4716599"/>
                  <a:pt x="8719522" y="4888463"/>
                </a:cubicBezTo>
                <a:cubicBezTo>
                  <a:pt x="8388126" y="5034394"/>
                  <a:pt x="8044526" y="5145368"/>
                  <a:pt x="7693808" y="5234223"/>
                </a:cubicBezTo>
                <a:cubicBezTo>
                  <a:pt x="7495123" y="5285070"/>
                  <a:pt x="7294022" y="5324223"/>
                  <a:pt x="7092669" y="5363248"/>
                </a:cubicBezTo>
                <a:cubicBezTo>
                  <a:pt x="6809577" y="5418035"/>
                  <a:pt x="6527120" y="5474730"/>
                  <a:pt x="6240978" y="5507272"/>
                </a:cubicBezTo>
                <a:cubicBezTo>
                  <a:pt x="5982166" y="5536509"/>
                  <a:pt x="5722845" y="5554814"/>
                  <a:pt x="5462508" y="5559010"/>
                </a:cubicBezTo>
                <a:cubicBezTo>
                  <a:pt x="5103782" y="5564730"/>
                  <a:pt x="4744928" y="5576298"/>
                  <a:pt x="4386329" y="5548839"/>
                </a:cubicBezTo>
                <a:cubicBezTo>
                  <a:pt x="4089394" y="5527103"/>
                  <a:pt x="3793960" y="5488344"/>
                  <a:pt x="3501461" y="5432782"/>
                </a:cubicBezTo>
                <a:cubicBezTo>
                  <a:pt x="3204247" y="5374930"/>
                  <a:pt x="2911229" y="5297299"/>
                  <a:pt x="2624348" y="5200409"/>
                </a:cubicBezTo>
                <a:cubicBezTo>
                  <a:pt x="2488841" y="5154775"/>
                  <a:pt x="2358417" y="5094775"/>
                  <a:pt x="2221385" y="5053589"/>
                </a:cubicBezTo>
                <a:cubicBezTo>
                  <a:pt x="1859988" y="4945157"/>
                  <a:pt x="1506856" y="4815878"/>
                  <a:pt x="1173934" y="4636388"/>
                </a:cubicBezTo>
                <a:cubicBezTo>
                  <a:pt x="900250" y="4488931"/>
                  <a:pt x="647539" y="4313508"/>
                  <a:pt x="438176" y="4080883"/>
                </a:cubicBezTo>
                <a:cubicBezTo>
                  <a:pt x="146695" y="3757114"/>
                  <a:pt x="3178" y="3378811"/>
                  <a:pt x="18687" y="2942161"/>
                </a:cubicBezTo>
                <a:cubicBezTo>
                  <a:pt x="19582" y="2904814"/>
                  <a:pt x="13236" y="2867645"/>
                  <a:pt x="0" y="2832713"/>
                </a:cubicBezTo>
                <a:lnTo>
                  <a:pt x="0" y="2747290"/>
                </a:lnTo>
                <a:cubicBezTo>
                  <a:pt x="13474" y="2720341"/>
                  <a:pt x="10296" y="2690468"/>
                  <a:pt x="14746" y="2661993"/>
                </a:cubicBezTo>
                <a:cubicBezTo>
                  <a:pt x="54533" y="2409665"/>
                  <a:pt x="152923" y="2181106"/>
                  <a:pt x="292753" y="1968947"/>
                </a:cubicBezTo>
                <a:cubicBezTo>
                  <a:pt x="464108" y="1708991"/>
                  <a:pt x="680970" y="1491747"/>
                  <a:pt x="923893" y="1299417"/>
                </a:cubicBezTo>
                <a:cubicBezTo>
                  <a:pt x="1263678" y="1030182"/>
                  <a:pt x="1638930" y="820945"/>
                  <a:pt x="2035538" y="648828"/>
                </a:cubicBezTo>
                <a:cubicBezTo>
                  <a:pt x="2521001" y="438575"/>
                  <a:pt x="3025660" y="291755"/>
                  <a:pt x="3545571" y="196289"/>
                </a:cubicBezTo>
                <a:cubicBezTo>
                  <a:pt x="4094899" y="95674"/>
                  <a:pt x="4653670" y="56116"/>
                  <a:pt x="5211705" y="78323"/>
                </a:cubicBezTo>
                <a:cubicBezTo>
                  <a:pt x="5297128" y="81756"/>
                  <a:pt x="5383313" y="88620"/>
                  <a:pt x="5467720" y="77052"/>
                </a:cubicBezTo>
                <a:cubicBezTo>
                  <a:pt x="5669076" y="49467"/>
                  <a:pt x="5870557" y="24299"/>
                  <a:pt x="6073564" y="11840"/>
                </a:cubicBezTo>
                <a:cubicBezTo>
                  <a:pt x="6195374" y="4340"/>
                  <a:pt x="6316955" y="320"/>
                  <a:pt x="6438297" y="19"/>
                </a:cubicBezTo>
                <a:close/>
              </a:path>
            </a:pathLst>
          </a:custGeom>
          <a:solidFill>
            <a:srgbClr val="8FD93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6FAD8D-81C7-3CEE-B051-ED62369378E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66925" y="1731762"/>
            <a:ext cx="8058150" cy="2453841"/>
          </a:xfrm>
        </p:spPr>
        <p:txBody>
          <a:bodyPr>
            <a:normAutofit/>
          </a:bodyPr>
          <a:lstStyle/>
          <a:p>
            <a:pPr algn="ctr"/>
            <a:r>
              <a:rPr lang="en-ZA" sz="8800" dirty="0"/>
              <a:t>ORALS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79DEE46-4D4F-CEE4-617A-3BB53BBEEAF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228975" y="4599432"/>
            <a:ext cx="5734051" cy="934593"/>
          </a:xfrm>
        </p:spPr>
        <p:txBody>
          <a:bodyPr>
            <a:normAutofit/>
          </a:bodyPr>
          <a:lstStyle/>
          <a:p>
            <a:pPr algn="ctr"/>
            <a:r>
              <a:rPr lang="en-ZA" sz="3200"/>
              <a:t>A true differentiator</a:t>
            </a:r>
          </a:p>
        </p:txBody>
      </p:sp>
      <p:sp>
        <p:nvSpPr>
          <p:cNvPr id="17" name="Rectangle 6">
            <a:extLst>
              <a:ext uri="{FF2B5EF4-FFF2-40B4-BE49-F238E27FC236}">
                <a16:creationId xmlns:a16="http://schemas.microsoft.com/office/drawing/2014/main" id="{CB2E64D6-3AEB-4AFF-9475-E210F85E0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74206" y="4419423"/>
            <a:ext cx="4243589" cy="27432"/>
          </a:xfrm>
          <a:custGeom>
            <a:avLst/>
            <a:gdLst>
              <a:gd name="csX0" fmla="*/ 0 w 4243589"/>
              <a:gd name="csY0" fmla="*/ 0 h 27432"/>
              <a:gd name="csX1" fmla="*/ 563791 w 4243589"/>
              <a:gd name="csY1" fmla="*/ 0 h 27432"/>
              <a:gd name="csX2" fmla="*/ 1042710 w 4243589"/>
              <a:gd name="csY2" fmla="*/ 0 h 27432"/>
              <a:gd name="csX3" fmla="*/ 1564066 w 4243589"/>
              <a:gd name="csY3" fmla="*/ 0 h 27432"/>
              <a:gd name="csX4" fmla="*/ 2212729 w 4243589"/>
              <a:gd name="csY4" fmla="*/ 0 h 27432"/>
              <a:gd name="csX5" fmla="*/ 2776520 w 4243589"/>
              <a:gd name="csY5" fmla="*/ 0 h 27432"/>
              <a:gd name="csX6" fmla="*/ 3297875 w 4243589"/>
              <a:gd name="csY6" fmla="*/ 0 h 27432"/>
              <a:gd name="csX7" fmla="*/ 4243589 w 4243589"/>
              <a:gd name="csY7" fmla="*/ 0 h 27432"/>
              <a:gd name="csX8" fmla="*/ 4243589 w 4243589"/>
              <a:gd name="csY8" fmla="*/ 27432 h 27432"/>
              <a:gd name="csX9" fmla="*/ 3637362 w 4243589"/>
              <a:gd name="csY9" fmla="*/ 27432 h 27432"/>
              <a:gd name="csX10" fmla="*/ 3116007 w 4243589"/>
              <a:gd name="csY10" fmla="*/ 27432 h 27432"/>
              <a:gd name="csX11" fmla="*/ 2424908 w 4243589"/>
              <a:gd name="csY11" fmla="*/ 27432 h 27432"/>
              <a:gd name="csX12" fmla="*/ 1861117 w 4243589"/>
              <a:gd name="csY12" fmla="*/ 27432 h 27432"/>
              <a:gd name="csX13" fmla="*/ 1382198 w 4243589"/>
              <a:gd name="csY13" fmla="*/ 27432 h 27432"/>
              <a:gd name="csX14" fmla="*/ 733535 w 4243589"/>
              <a:gd name="csY14" fmla="*/ 27432 h 27432"/>
              <a:gd name="csX15" fmla="*/ 0 w 4243589"/>
              <a:gd name="csY15" fmla="*/ 27432 h 27432"/>
              <a:gd name="csX16" fmla="*/ 0 w 4243589"/>
              <a:gd name="csY16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27432" fill="none" extrusionOk="0">
                <a:moveTo>
                  <a:pt x="0" y="0"/>
                </a:moveTo>
                <a:cubicBezTo>
                  <a:pt x="157351" y="-15653"/>
                  <a:pt x="378877" y="-5828"/>
                  <a:pt x="563791" y="0"/>
                </a:cubicBezTo>
                <a:cubicBezTo>
                  <a:pt x="748705" y="5828"/>
                  <a:pt x="905659" y="-5525"/>
                  <a:pt x="1042710" y="0"/>
                </a:cubicBezTo>
                <a:cubicBezTo>
                  <a:pt x="1179761" y="5525"/>
                  <a:pt x="1356845" y="-21288"/>
                  <a:pt x="1564066" y="0"/>
                </a:cubicBezTo>
                <a:cubicBezTo>
                  <a:pt x="1771287" y="21288"/>
                  <a:pt x="1912099" y="25135"/>
                  <a:pt x="2212729" y="0"/>
                </a:cubicBezTo>
                <a:cubicBezTo>
                  <a:pt x="2513359" y="-25135"/>
                  <a:pt x="2514918" y="-27119"/>
                  <a:pt x="2776520" y="0"/>
                </a:cubicBezTo>
                <a:cubicBezTo>
                  <a:pt x="3038122" y="27119"/>
                  <a:pt x="3178771" y="18116"/>
                  <a:pt x="3297875" y="0"/>
                </a:cubicBezTo>
                <a:cubicBezTo>
                  <a:pt x="3416980" y="-18116"/>
                  <a:pt x="4012240" y="-40869"/>
                  <a:pt x="4243589" y="0"/>
                </a:cubicBezTo>
                <a:cubicBezTo>
                  <a:pt x="4242616" y="8304"/>
                  <a:pt x="4243111" y="21512"/>
                  <a:pt x="4243589" y="27432"/>
                </a:cubicBezTo>
                <a:cubicBezTo>
                  <a:pt x="4112949" y="6289"/>
                  <a:pt x="3928037" y="10975"/>
                  <a:pt x="3637362" y="27432"/>
                </a:cubicBezTo>
                <a:cubicBezTo>
                  <a:pt x="3346687" y="43889"/>
                  <a:pt x="3254446" y="35813"/>
                  <a:pt x="3116007" y="27432"/>
                </a:cubicBezTo>
                <a:cubicBezTo>
                  <a:pt x="2977569" y="19051"/>
                  <a:pt x="2620228" y="38017"/>
                  <a:pt x="2424908" y="27432"/>
                </a:cubicBezTo>
                <a:cubicBezTo>
                  <a:pt x="2229588" y="16847"/>
                  <a:pt x="2088287" y="5290"/>
                  <a:pt x="1861117" y="27432"/>
                </a:cubicBezTo>
                <a:cubicBezTo>
                  <a:pt x="1633947" y="49574"/>
                  <a:pt x="1502447" y="8273"/>
                  <a:pt x="1382198" y="27432"/>
                </a:cubicBezTo>
                <a:cubicBezTo>
                  <a:pt x="1261949" y="46591"/>
                  <a:pt x="1045440" y="37497"/>
                  <a:pt x="733535" y="27432"/>
                </a:cubicBezTo>
                <a:cubicBezTo>
                  <a:pt x="421630" y="17367"/>
                  <a:pt x="341257" y="-9215"/>
                  <a:pt x="0" y="27432"/>
                </a:cubicBezTo>
                <a:cubicBezTo>
                  <a:pt x="-1048" y="14992"/>
                  <a:pt x="-1120" y="7447"/>
                  <a:pt x="0" y="0"/>
                </a:cubicBezTo>
                <a:close/>
              </a:path>
              <a:path w="4243589" h="27432" stroke="0" extrusionOk="0">
                <a:moveTo>
                  <a:pt x="0" y="0"/>
                </a:moveTo>
                <a:cubicBezTo>
                  <a:pt x="128164" y="17204"/>
                  <a:pt x="312653" y="1129"/>
                  <a:pt x="563791" y="0"/>
                </a:cubicBezTo>
                <a:cubicBezTo>
                  <a:pt x="814929" y="-1129"/>
                  <a:pt x="837271" y="8503"/>
                  <a:pt x="1042710" y="0"/>
                </a:cubicBezTo>
                <a:cubicBezTo>
                  <a:pt x="1248149" y="-8503"/>
                  <a:pt x="1588432" y="-28862"/>
                  <a:pt x="1733809" y="0"/>
                </a:cubicBezTo>
                <a:cubicBezTo>
                  <a:pt x="1879186" y="28862"/>
                  <a:pt x="2052815" y="5974"/>
                  <a:pt x="2297600" y="0"/>
                </a:cubicBezTo>
                <a:cubicBezTo>
                  <a:pt x="2542385" y="-5974"/>
                  <a:pt x="2699960" y="-23550"/>
                  <a:pt x="2861391" y="0"/>
                </a:cubicBezTo>
                <a:cubicBezTo>
                  <a:pt x="3022822" y="23550"/>
                  <a:pt x="3390411" y="25272"/>
                  <a:pt x="3552490" y="0"/>
                </a:cubicBezTo>
                <a:cubicBezTo>
                  <a:pt x="3714569" y="-25272"/>
                  <a:pt x="3950585" y="-31327"/>
                  <a:pt x="4243589" y="0"/>
                </a:cubicBezTo>
                <a:cubicBezTo>
                  <a:pt x="4244074" y="9333"/>
                  <a:pt x="4244867" y="19699"/>
                  <a:pt x="4243589" y="27432"/>
                </a:cubicBezTo>
                <a:cubicBezTo>
                  <a:pt x="4130424" y="7904"/>
                  <a:pt x="3932803" y="51393"/>
                  <a:pt x="3722234" y="27432"/>
                </a:cubicBezTo>
                <a:cubicBezTo>
                  <a:pt x="3511665" y="3471"/>
                  <a:pt x="3269903" y="55138"/>
                  <a:pt x="3116007" y="27432"/>
                </a:cubicBezTo>
                <a:cubicBezTo>
                  <a:pt x="2962111" y="-274"/>
                  <a:pt x="2744280" y="32368"/>
                  <a:pt x="2509780" y="27432"/>
                </a:cubicBezTo>
                <a:cubicBezTo>
                  <a:pt x="2275280" y="22496"/>
                  <a:pt x="2066059" y="52808"/>
                  <a:pt x="1945989" y="27432"/>
                </a:cubicBezTo>
                <a:cubicBezTo>
                  <a:pt x="1825919" y="2056"/>
                  <a:pt x="1407329" y="21760"/>
                  <a:pt x="1254890" y="27432"/>
                </a:cubicBezTo>
                <a:cubicBezTo>
                  <a:pt x="1102451" y="33104"/>
                  <a:pt x="837950" y="40817"/>
                  <a:pt x="563791" y="27432"/>
                </a:cubicBezTo>
                <a:cubicBezTo>
                  <a:pt x="289632" y="14047"/>
                  <a:pt x="132768" y="16249"/>
                  <a:pt x="0" y="27432"/>
                </a:cubicBezTo>
                <a:cubicBezTo>
                  <a:pt x="211" y="18145"/>
                  <a:pt x="120" y="6480"/>
                  <a:pt x="0" y="0"/>
                </a:cubicBezTo>
                <a:close/>
              </a:path>
            </a:pathLst>
          </a:custGeom>
          <a:solidFill>
            <a:schemeClr val="tx1"/>
          </a:solidFill>
          <a:ln w="38100" cap="rnd">
            <a:solidFill>
              <a:schemeClr val="tx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714892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F13C74B1-5B17-4795-BED0-7140497B445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A60F10D-C121-B0D1-3407-844DAC300F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325369"/>
            <a:ext cx="4368602" cy="1956841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4100"/>
              <a:t>Adminstration of orals</a:t>
            </a:r>
          </a:p>
        </p:txBody>
      </p:sp>
      <p:sp>
        <p:nvSpPr>
          <p:cNvPr id="11" name="Rectangle 6">
            <a:extLst>
              <a:ext uri="{FF2B5EF4-FFF2-40B4-BE49-F238E27FC236}">
                <a16:creationId xmlns:a16="http://schemas.microsoft.com/office/drawing/2014/main" id="{3FCFB1DE-0B7E-48CC-BA90-B2AB0889F9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093" y="2563839"/>
            <a:ext cx="3931920" cy="27432"/>
          </a:xfrm>
          <a:custGeom>
            <a:avLst/>
            <a:gdLst>
              <a:gd name="csX0" fmla="*/ 0 w 3931920"/>
              <a:gd name="csY0" fmla="*/ 0 h 27432"/>
              <a:gd name="csX1" fmla="*/ 733958 w 3931920"/>
              <a:gd name="csY1" fmla="*/ 0 h 27432"/>
              <a:gd name="csX2" fmla="*/ 1428598 w 3931920"/>
              <a:gd name="csY2" fmla="*/ 0 h 27432"/>
              <a:gd name="csX3" fmla="*/ 2123237 w 3931920"/>
              <a:gd name="csY3" fmla="*/ 0 h 27432"/>
              <a:gd name="csX4" fmla="*/ 2660599 w 3931920"/>
              <a:gd name="csY4" fmla="*/ 0 h 27432"/>
              <a:gd name="csX5" fmla="*/ 3237281 w 3931920"/>
              <a:gd name="csY5" fmla="*/ 0 h 27432"/>
              <a:gd name="csX6" fmla="*/ 3931920 w 3931920"/>
              <a:gd name="csY6" fmla="*/ 0 h 27432"/>
              <a:gd name="csX7" fmla="*/ 3931920 w 3931920"/>
              <a:gd name="csY7" fmla="*/ 27432 h 27432"/>
              <a:gd name="csX8" fmla="*/ 3276600 w 3931920"/>
              <a:gd name="csY8" fmla="*/ 27432 h 27432"/>
              <a:gd name="csX9" fmla="*/ 2739238 w 3931920"/>
              <a:gd name="csY9" fmla="*/ 27432 h 27432"/>
              <a:gd name="csX10" fmla="*/ 2201875 w 3931920"/>
              <a:gd name="csY10" fmla="*/ 27432 h 27432"/>
              <a:gd name="csX11" fmla="*/ 1507236 w 3931920"/>
              <a:gd name="csY11" fmla="*/ 27432 h 27432"/>
              <a:gd name="csX12" fmla="*/ 930554 w 3931920"/>
              <a:gd name="csY12" fmla="*/ 27432 h 27432"/>
              <a:gd name="csX13" fmla="*/ 0 w 3931920"/>
              <a:gd name="csY13" fmla="*/ 27432 h 27432"/>
              <a:gd name="csX14" fmla="*/ 0 w 3931920"/>
              <a:gd name="csY14" fmla="*/ 0 h 27432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3931920" h="27432" fill="none" extrusionOk="0">
                <a:moveTo>
                  <a:pt x="0" y="0"/>
                </a:moveTo>
                <a:cubicBezTo>
                  <a:pt x="245351" y="16874"/>
                  <a:pt x="509174" y="13736"/>
                  <a:pt x="733958" y="0"/>
                </a:cubicBezTo>
                <a:cubicBezTo>
                  <a:pt x="958742" y="-13736"/>
                  <a:pt x="1245406" y="-17215"/>
                  <a:pt x="1428598" y="0"/>
                </a:cubicBezTo>
                <a:cubicBezTo>
                  <a:pt x="1611790" y="17215"/>
                  <a:pt x="1930525" y="20562"/>
                  <a:pt x="2123237" y="0"/>
                </a:cubicBezTo>
                <a:cubicBezTo>
                  <a:pt x="2315949" y="-20562"/>
                  <a:pt x="2485508" y="11332"/>
                  <a:pt x="2660599" y="0"/>
                </a:cubicBezTo>
                <a:cubicBezTo>
                  <a:pt x="2835690" y="-11332"/>
                  <a:pt x="3075198" y="-14809"/>
                  <a:pt x="3237281" y="0"/>
                </a:cubicBezTo>
                <a:cubicBezTo>
                  <a:pt x="3399364" y="14809"/>
                  <a:pt x="3745084" y="-4992"/>
                  <a:pt x="3931920" y="0"/>
                </a:cubicBezTo>
                <a:cubicBezTo>
                  <a:pt x="3930963" y="8431"/>
                  <a:pt x="3931571" y="14612"/>
                  <a:pt x="3931920" y="27432"/>
                </a:cubicBezTo>
                <a:cubicBezTo>
                  <a:pt x="3765435" y="40792"/>
                  <a:pt x="3452398" y="38703"/>
                  <a:pt x="3276600" y="27432"/>
                </a:cubicBezTo>
                <a:cubicBezTo>
                  <a:pt x="3100802" y="16161"/>
                  <a:pt x="2914889" y="26998"/>
                  <a:pt x="2739238" y="27432"/>
                </a:cubicBezTo>
                <a:cubicBezTo>
                  <a:pt x="2563587" y="27866"/>
                  <a:pt x="2395484" y="39154"/>
                  <a:pt x="2201875" y="27432"/>
                </a:cubicBezTo>
                <a:cubicBezTo>
                  <a:pt x="2008266" y="15710"/>
                  <a:pt x="1781367" y="4899"/>
                  <a:pt x="1507236" y="27432"/>
                </a:cubicBezTo>
                <a:cubicBezTo>
                  <a:pt x="1233105" y="49965"/>
                  <a:pt x="1075495" y="47542"/>
                  <a:pt x="930554" y="27432"/>
                </a:cubicBezTo>
                <a:cubicBezTo>
                  <a:pt x="785613" y="7322"/>
                  <a:pt x="268930" y="30433"/>
                  <a:pt x="0" y="27432"/>
                </a:cubicBezTo>
                <a:cubicBezTo>
                  <a:pt x="226" y="18208"/>
                  <a:pt x="-648" y="12891"/>
                  <a:pt x="0" y="0"/>
                </a:cubicBezTo>
                <a:close/>
              </a:path>
              <a:path w="3931920" h="27432" stroke="0" extrusionOk="0">
                <a:moveTo>
                  <a:pt x="0" y="0"/>
                </a:moveTo>
                <a:cubicBezTo>
                  <a:pt x="278269" y="4786"/>
                  <a:pt x="349028" y="-10422"/>
                  <a:pt x="616001" y="0"/>
                </a:cubicBezTo>
                <a:cubicBezTo>
                  <a:pt x="882974" y="10422"/>
                  <a:pt x="931617" y="-15515"/>
                  <a:pt x="1153363" y="0"/>
                </a:cubicBezTo>
                <a:cubicBezTo>
                  <a:pt x="1375109" y="15515"/>
                  <a:pt x="1704089" y="-3631"/>
                  <a:pt x="1887322" y="0"/>
                </a:cubicBezTo>
                <a:cubicBezTo>
                  <a:pt x="2070555" y="3631"/>
                  <a:pt x="2344155" y="2213"/>
                  <a:pt x="2503322" y="0"/>
                </a:cubicBezTo>
                <a:cubicBezTo>
                  <a:pt x="2662489" y="-2213"/>
                  <a:pt x="2976859" y="26691"/>
                  <a:pt x="3119323" y="0"/>
                </a:cubicBezTo>
                <a:cubicBezTo>
                  <a:pt x="3261787" y="-26691"/>
                  <a:pt x="3588171" y="-28651"/>
                  <a:pt x="3931920" y="0"/>
                </a:cubicBezTo>
                <a:cubicBezTo>
                  <a:pt x="3930565" y="9524"/>
                  <a:pt x="3930718" y="13975"/>
                  <a:pt x="3931920" y="27432"/>
                </a:cubicBezTo>
                <a:cubicBezTo>
                  <a:pt x="3664329" y="4021"/>
                  <a:pt x="3437686" y="14511"/>
                  <a:pt x="3276600" y="27432"/>
                </a:cubicBezTo>
                <a:cubicBezTo>
                  <a:pt x="3115514" y="40353"/>
                  <a:pt x="2913592" y="48967"/>
                  <a:pt x="2739238" y="27432"/>
                </a:cubicBezTo>
                <a:cubicBezTo>
                  <a:pt x="2564884" y="5897"/>
                  <a:pt x="2294049" y="39820"/>
                  <a:pt x="2083918" y="27432"/>
                </a:cubicBezTo>
                <a:cubicBezTo>
                  <a:pt x="1873787" y="15044"/>
                  <a:pt x="1718903" y="21388"/>
                  <a:pt x="1428598" y="27432"/>
                </a:cubicBezTo>
                <a:cubicBezTo>
                  <a:pt x="1138293" y="33476"/>
                  <a:pt x="952209" y="50441"/>
                  <a:pt x="812597" y="27432"/>
                </a:cubicBezTo>
                <a:cubicBezTo>
                  <a:pt x="672985" y="4423"/>
                  <a:pt x="305800" y="28240"/>
                  <a:pt x="0" y="27432"/>
                </a:cubicBezTo>
                <a:cubicBezTo>
                  <a:pt x="-800" y="16780"/>
                  <a:pt x="-583" y="12910"/>
                  <a:pt x="0" y="0"/>
                </a:cubicBezTo>
                <a:close/>
              </a:path>
            </a:pathLst>
          </a:custGeom>
          <a:solidFill>
            <a:srgbClr val="CCAD7B"/>
          </a:solidFill>
          <a:ln w="38100" cap="rnd">
            <a:solidFill>
              <a:srgbClr val="CCAD7B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F04E6EB-1BC4-9086-5EF7-288552D71FA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0080" y="2872899"/>
            <a:ext cx="4243589" cy="3320668"/>
          </a:xfrm>
        </p:spPr>
        <p:txBody>
          <a:bodyPr>
            <a:normAutofit/>
          </a:bodyPr>
          <a:lstStyle/>
          <a:p>
            <a:r>
              <a:rPr lang="en-ZA" dirty="0"/>
              <a:t>Recordings</a:t>
            </a:r>
          </a:p>
          <a:p>
            <a:r>
              <a:rPr lang="en-ZA" dirty="0"/>
              <a:t>Correct weighting on mark sheets</a:t>
            </a:r>
          </a:p>
          <a:p>
            <a:r>
              <a:rPr lang="en-ZA" dirty="0"/>
              <a:t>‘Storage’</a:t>
            </a:r>
          </a:p>
        </p:txBody>
      </p:sp>
      <p:pic>
        <p:nvPicPr>
          <p:cNvPr id="5" name="Picture 4" descr="Piles of paperwork">
            <a:extLst>
              <a:ext uri="{FF2B5EF4-FFF2-40B4-BE49-F238E27FC236}">
                <a16:creationId xmlns:a16="http://schemas.microsoft.com/office/drawing/2014/main" id="{376E961F-B52E-29BF-389B-BD5AC414084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934" r="9838"/>
          <a:stretch>
            <a:fillRect/>
          </a:stretch>
        </p:blipFill>
        <p:spPr>
          <a:xfrm>
            <a:off x="5311702" y="10"/>
            <a:ext cx="6878775" cy="6857990"/>
          </a:xfrm>
          <a:custGeom>
            <a:avLst/>
            <a:gdLst/>
            <a:ahLst/>
            <a:cxnLst/>
            <a:rect l="l" t="t" r="r" b="b"/>
            <a:pathLst>
              <a:path w="6878775" h="6858000">
                <a:moveTo>
                  <a:pt x="1102973" y="0"/>
                </a:moveTo>
                <a:lnTo>
                  <a:pt x="1160688" y="0"/>
                </a:lnTo>
                <a:lnTo>
                  <a:pt x="983189" y="331786"/>
                </a:lnTo>
                <a:cubicBezTo>
                  <a:pt x="914866" y="469145"/>
                  <a:pt x="850355" y="608712"/>
                  <a:pt x="789261" y="750263"/>
                </a:cubicBezTo>
                <a:cubicBezTo>
                  <a:pt x="774307" y="784928"/>
                  <a:pt x="759992" y="819849"/>
                  <a:pt x="745295" y="854514"/>
                </a:cubicBezTo>
                <a:cubicBezTo>
                  <a:pt x="756682" y="845393"/>
                  <a:pt x="765489" y="833492"/>
                  <a:pt x="770857" y="819975"/>
                </a:cubicBezTo>
                <a:cubicBezTo>
                  <a:pt x="879943" y="589569"/>
                  <a:pt x="999605" y="365513"/>
                  <a:pt x="1131329" y="148742"/>
                </a:cubicBezTo>
                <a:lnTo>
                  <a:pt x="1227589" y="0"/>
                </a:lnTo>
                <a:lnTo>
                  <a:pt x="6878775" y="0"/>
                </a:lnTo>
                <a:lnTo>
                  <a:pt x="6878775" y="6858000"/>
                </a:lnTo>
                <a:lnTo>
                  <a:pt x="713521" y="6858000"/>
                </a:lnTo>
                <a:lnTo>
                  <a:pt x="625642" y="6670527"/>
                </a:lnTo>
                <a:cubicBezTo>
                  <a:pt x="507232" y="6398531"/>
                  <a:pt x="403083" y="6118381"/>
                  <a:pt x="312785" y="5830359"/>
                </a:cubicBezTo>
                <a:cubicBezTo>
                  <a:pt x="278149" y="5719759"/>
                  <a:pt x="248879" y="5607635"/>
                  <a:pt x="212198" y="5480401"/>
                </a:cubicBezTo>
                <a:cubicBezTo>
                  <a:pt x="212208" y="5491601"/>
                  <a:pt x="212803" y="5502788"/>
                  <a:pt x="213988" y="5513923"/>
                </a:cubicBezTo>
                <a:cubicBezTo>
                  <a:pt x="264089" y="5723695"/>
                  <a:pt x="307290" y="5935370"/>
                  <a:pt x="365826" y="6142729"/>
                </a:cubicBezTo>
                <a:cubicBezTo>
                  <a:pt x="433152" y="6380817"/>
                  <a:pt x="510068" y="6614016"/>
                  <a:pt x="597975" y="6841549"/>
                </a:cubicBezTo>
                <a:lnTo>
                  <a:pt x="604824" y="6858000"/>
                </a:lnTo>
                <a:lnTo>
                  <a:pt x="552056" y="6858000"/>
                </a:lnTo>
                <a:lnTo>
                  <a:pt x="539576" y="6828295"/>
                </a:lnTo>
                <a:cubicBezTo>
                  <a:pt x="380597" y="6414594"/>
                  <a:pt x="260223" y="5988893"/>
                  <a:pt x="171555" y="5552906"/>
                </a:cubicBezTo>
                <a:cubicBezTo>
                  <a:pt x="91163" y="5157998"/>
                  <a:pt x="43746" y="4758899"/>
                  <a:pt x="12305" y="4357388"/>
                </a:cubicBezTo>
                <a:cubicBezTo>
                  <a:pt x="-14281" y="4013908"/>
                  <a:pt x="4507" y="3672965"/>
                  <a:pt x="46684" y="3331516"/>
                </a:cubicBezTo>
                <a:cubicBezTo>
                  <a:pt x="127203" y="2664286"/>
                  <a:pt x="277819" y="2007265"/>
                  <a:pt x="496065" y="1371196"/>
                </a:cubicBezTo>
                <a:cubicBezTo>
                  <a:pt x="636273" y="966066"/>
                  <a:pt x="800445" y="573253"/>
                  <a:pt x="995723" y="196614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286635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C05CBC3C-2E5A-4839-8B9B-2E5A6ADF0F5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DB5B423A-57CC-4C58-AA26-8E2E862B03A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1"/>
            <a:ext cx="5217023" cy="3994777"/>
          </a:xfrm>
          <a:custGeom>
            <a:avLst/>
            <a:gdLst>
              <a:gd name="connsiteX0" fmla="*/ 1945461 w 5217023"/>
              <a:gd name="connsiteY0" fmla="*/ 3787398 h 3994777"/>
              <a:gd name="connsiteX1" fmla="*/ 1942113 w 5217023"/>
              <a:gd name="connsiteY1" fmla="*/ 3790053 h 3994777"/>
              <a:gd name="connsiteX2" fmla="*/ 1946982 w 5217023"/>
              <a:gd name="connsiteY2" fmla="*/ 3787990 h 3994777"/>
              <a:gd name="connsiteX3" fmla="*/ 1945461 w 5217023"/>
              <a:gd name="connsiteY3" fmla="*/ 3787398 h 3994777"/>
              <a:gd name="connsiteX4" fmla="*/ 0 w 5217023"/>
              <a:gd name="connsiteY4" fmla="*/ 0 h 3994777"/>
              <a:gd name="connsiteX5" fmla="*/ 5030958 w 5217023"/>
              <a:gd name="connsiteY5" fmla="*/ 0 h 3994777"/>
              <a:gd name="connsiteX6" fmla="*/ 5046198 w 5217023"/>
              <a:gd name="connsiteY6" fmla="*/ 153449 h 3994777"/>
              <a:gd name="connsiteX7" fmla="*/ 5055729 w 5217023"/>
              <a:gd name="connsiteY7" fmla="*/ 415828 h 3994777"/>
              <a:gd name="connsiteX8" fmla="*/ 4735242 w 5217023"/>
              <a:gd name="connsiteY8" fmla="*/ 1867130 h 3994777"/>
              <a:gd name="connsiteX9" fmla="*/ 3907395 w 5217023"/>
              <a:gd name="connsiteY9" fmla="*/ 2938441 h 3994777"/>
              <a:gd name="connsiteX10" fmla="*/ 3946497 w 5217023"/>
              <a:gd name="connsiteY10" fmla="*/ 2908567 h 3994777"/>
              <a:gd name="connsiteX11" fmla="*/ 4585421 w 5217023"/>
              <a:gd name="connsiteY11" fmla="*/ 2188401 h 3994777"/>
              <a:gd name="connsiteX12" fmla="*/ 5142585 w 5217023"/>
              <a:gd name="connsiteY12" fmla="*/ 276891 h 3994777"/>
              <a:gd name="connsiteX13" fmla="*/ 5121833 w 5217023"/>
              <a:gd name="connsiteY13" fmla="*/ 30208 h 3994777"/>
              <a:gd name="connsiteX14" fmla="*/ 5116229 w 5217023"/>
              <a:gd name="connsiteY14" fmla="*/ 0 h 3994777"/>
              <a:gd name="connsiteX15" fmla="*/ 5184724 w 5217023"/>
              <a:gd name="connsiteY15" fmla="*/ 0 h 3994777"/>
              <a:gd name="connsiteX16" fmla="*/ 5196265 w 5217023"/>
              <a:gd name="connsiteY16" fmla="*/ 66113 h 3994777"/>
              <a:gd name="connsiteX17" fmla="*/ 5058603 w 5217023"/>
              <a:gd name="connsiteY17" fmla="*/ 1368242 h 3994777"/>
              <a:gd name="connsiteX18" fmla="*/ 4096624 w 5217023"/>
              <a:gd name="connsiteY18" fmla="*/ 2870829 h 3994777"/>
              <a:gd name="connsiteX19" fmla="*/ 3833203 w 5217023"/>
              <a:gd name="connsiteY19" fmla="*/ 3092190 h 3994777"/>
              <a:gd name="connsiteX20" fmla="*/ 3536509 w 5217023"/>
              <a:gd name="connsiteY20" fmla="*/ 3297128 h 3994777"/>
              <a:gd name="connsiteX21" fmla="*/ 3148966 w 5217023"/>
              <a:gd name="connsiteY21" fmla="*/ 3485478 h 3994777"/>
              <a:gd name="connsiteX22" fmla="*/ 1860557 w 5217023"/>
              <a:gd name="connsiteY22" fmla="*/ 3880910 h 3994777"/>
              <a:gd name="connsiteX23" fmla="*/ 573715 w 5217023"/>
              <a:gd name="connsiteY23" fmla="*/ 3983764 h 3994777"/>
              <a:gd name="connsiteX24" fmla="*/ 108410 w 5217023"/>
              <a:gd name="connsiteY24" fmla="*/ 3908816 h 3994777"/>
              <a:gd name="connsiteX25" fmla="*/ 0 w 5217023"/>
              <a:gd name="connsiteY25" fmla="*/ 3876793 h 3994777"/>
              <a:gd name="connsiteX26" fmla="*/ 0 w 5217023"/>
              <a:gd name="connsiteY26" fmla="*/ 3802912 h 3994777"/>
              <a:gd name="connsiteX27" fmla="*/ 36975 w 5217023"/>
              <a:gd name="connsiteY27" fmla="*/ 3815954 h 3994777"/>
              <a:gd name="connsiteX28" fmla="*/ 561628 w 5217023"/>
              <a:gd name="connsiteY28" fmla="*/ 3912655 h 3994777"/>
              <a:gd name="connsiteX29" fmla="*/ 1683086 w 5217023"/>
              <a:gd name="connsiteY29" fmla="*/ 3844334 h 3994777"/>
              <a:gd name="connsiteX30" fmla="*/ 1806023 w 5217023"/>
              <a:gd name="connsiteY30" fmla="*/ 3820992 h 3994777"/>
              <a:gd name="connsiteX31" fmla="*/ 1921817 w 5217023"/>
              <a:gd name="connsiteY31" fmla="*/ 3795747 h 3994777"/>
              <a:gd name="connsiteX32" fmla="*/ 1243689 w 5217023"/>
              <a:gd name="connsiteY32" fmla="*/ 3846539 h 3994777"/>
              <a:gd name="connsiteX33" fmla="*/ 62875 w 5217023"/>
              <a:gd name="connsiteY33" fmla="*/ 3668143 h 3994777"/>
              <a:gd name="connsiteX34" fmla="*/ 0 w 5217023"/>
              <a:gd name="connsiteY34" fmla="*/ 3644185 h 39947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</a:cxnLst>
            <a:rect l="l" t="t" r="r" b="b"/>
            <a:pathLst>
              <a:path w="5217023" h="3994777">
                <a:moveTo>
                  <a:pt x="1945461" y="3787398"/>
                </a:moveTo>
                <a:lnTo>
                  <a:pt x="1942113" y="3790053"/>
                </a:lnTo>
                <a:lnTo>
                  <a:pt x="1946982" y="3787990"/>
                </a:lnTo>
                <a:cubicBezTo>
                  <a:pt x="1946982" y="3787990"/>
                  <a:pt x="1946379" y="3787019"/>
                  <a:pt x="1945461" y="3787398"/>
                </a:cubicBezTo>
                <a:close/>
                <a:moveTo>
                  <a:pt x="0" y="0"/>
                </a:moveTo>
                <a:lnTo>
                  <a:pt x="5030958" y="0"/>
                </a:lnTo>
                <a:lnTo>
                  <a:pt x="5046198" y="153449"/>
                </a:lnTo>
                <a:cubicBezTo>
                  <a:pt x="5052189" y="240558"/>
                  <a:pt x="5055458" y="328007"/>
                  <a:pt x="5055729" y="415828"/>
                </a:cubicBezTo>
                <a:cubicBezTo>
                  <a:pt x="5057604" y="923672"/>
                  <a:pt x="4959210" y="1409054"/>
                  <a:pt x="4735242" y="1867130"/>
                </a:cubicBezTo>
                <a:cubicBezTo>
                  <a:pt x="4533284" y="2280198"/>
                  <a:pt x="4248921" y="2629330"/>
                  <a:pt x="3907395" y="2938441"/>
                </a:cubicBezTo>
                <a:cubicBezTo>
                  <a:pt x="3922498" y="2931535"/>
                  <a:pt x="3935859" y="2921330"/>
                  <a:pt x="3946497" y="2908567"/>
                </a:cubicBezTo>
                <a:cubicBezTo>
                  <a:pt x="4193494" y="2700987"/>
                  <a:pt x="4408756" y="2458364"/>
                  <a:pt x="4585421" y="2188401"/>
                </a:cubicBezTo>
                <a:cubicBezTo>
                  <a:pt x="4967641" y="1608533"/>
                  <a:pt x="5169304" y="975361"/>
                  <a:pt x="5142585" y="276891"/>
                </a:cubicBezTo>
                <a:cubicBezTo>
                  <a:pt x="5139764" y="194215"/>
                  <a:pt x="5132824" y="111888"/>
                  <a:pt x="5121833" y="30208"/>
                </a:cubicBezTo>
                <a:lnTo>
                  <a:pt x="5116229" y="0"/>
                </a:lnTo>
                <a:lnTo>
                  <a:pt x="5184724" y="0"/>
                </a:lnTo>
                <a:lnTo>
                  <a:pt x="5196265" y="66113"/>
                </a:lnTo>
                <a:cubicBezTo>
                  <a:pt x="5249921" y="496647"/>
                  <a:pt x="5197997" y="931171"/>
                  <a:pt x="5058603" y="1368242"/>
                </a:cubicBezTo>
                <a:cubicBezTo>
                  <a:pt x="4872414" y="1953929"/>
                  <a:pt x="4544298" y="2451351"/>
                  <a:pt x="4096624" y="2870829"/>
                </a:cubicBezTo>
                <a:cubicBezTo>
                  <a:pt x="4012832" y="2949426"/>
                  <a:pt x="3924415" y="3022439"/>
                  <a:pt x="3833203" y="3092190"/>
                </a:cubicBezTo>
                <a:cubicBezTo>
                  <a:pt x="3741992" y="3161943"/>
                  <a:pt x="3648667" y="3225510"/>
                  <a:pt x="3536509" y="3297128"/>
                </a:cubicBezTo>
                <a:cubicBezTo>
                  <a:pt x="3427215" y="3372735"/>
                  <a:pt x="3288598" y="3430233"/>
                  <a:pt x="3148966" y="3485478"/>
                </a:cubicBezTo>
                <a:cubicBezTo>
                  <a:pt x="2729930" y="3651299"/>
                  <a:pt x="2302194" y="3788890"/>
                  <a:pt x="1860557" y="3880910"/>
                </a:cubicBezTo>
                <a:cubicBezTo>
                  <a:pt x="1435974" y="3969444"/>
                  <a:pt x="1008052" y="4017957"/>
                  <a:pt x="573715" y="3983764"/>
                </a:cubicBezTo>
                <a:cubicBezTo>
                  <a:pt x="415134" y="3971300"/>
                  <a:pt x="259585" y="3947743"/>
                  <a:pt x="108410" y="3908816"/>
                </a:cubicBezTo>
                <a:lnTo>
                  <a:pt x="0" y="3876793"/>
                </a:lnTo>
                <a:lnTo>
                  <a:pt x="0" y="3802912"/>
                </a:lnTo>
                <a:lnTo>
                  <a:pt x="36975" y="3815954"/>
                </a:lnTo>
                <a:cubicBezTo>
                  <a:pt x="206404" y="3867475"/>
                  <a:pt x="382020" y="3897326"/>
                  <a:pt x="561628" y="3912655"/>
                </a:cubicBezTo>
                <a:cubicBezTo>
                  <a:pt x="938583" y="3944832"/>
                  <a:pt x="1311814" y="3910697"/>
                  <a:pt x="1683086" y="3844334"/>
                </a:cubicBezTo>
                <a:cubicBezTo>
                  <a:pt x="1724123" y="3837151"/>
                  <a:pt x="1765097" y="3829374"/>
                  <a:pt x="1806023" y="3820992"/>
                </a:cubicBezTo>
                <a:cubicBezTo>
                  <a:pt x="1844740" y="3813079"/>
                  <a:pt x="1883218" y="3804161"/>
                  <a:pt x="1921817" y="3795747"/>
                </a:cubicBezTo>
                <a:cubicBezTo>
                  <a:pt x="1697011" y="3826435"/>
                  <a:pt x="1470551" y="3843387"/>
                  <a:pt x="1243689" y="3846539"/>
                </a:cubicBezTo>
                <a:cubicBezTo>
                  <a:pt x="839058" y="3849054"/>
                  <a:pt x="443424" y="3800206"/>
                  <a:pt x="62875" y="3668143"/>
                </a:cubicBezTo>
                <a:lnTo>
                  <a:pt x="0" y="3644185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AE44441-79A3-1FD8-E098-B520C441D74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673770"/>
            <a:ext cx="3220329" cy="202722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ZA" sz="5600">
                <a:solidFill>
                  <a:schemeClr val="bg1"/>
                </a:solidFill>
              </a:rPr>
              <a:t>Prepared orals</a:t>
            </a: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49848972-AFA3-CE1F-CFD1-0D8D114F3C8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322972831"/>
              </p:ext>
            </p:extLst>
          </p:nvPr>
        </p:nvGraphicFramePr>
        <p:xfrm>
          <a:off x="5542672" y="541606"/>
          <a:ext cx="5811128" cy="567821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5614872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247B6BBF-09F2-4A29-AE4E-3771E29248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CC1E31B-AD64-0625-A1AF-C75F073C851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5000" y="634029"/>
            <a:ext cx="10921640" cy="1314698"/>
          </a:xfrm>
        </p:spPr>
        <p:txBody>
          <a:bodyPr anchor="ctr">
            <a:normAutofit/>
          </a:bodyPr>
          <a:lstStyle/>
          <a:p>
            <a:pPr algn="ctr"/>
            <a:r>
              <a:rPr lang="en-ZA" sz="7200"/>
              <a:t>Listening and reading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35742DD-1B16-4E9D-B715-0D74B4574A6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V="1">
            <a:off x="648305" y="2241737"/>
            <a:ext cx="10900219" cy="18288"/>
          </a:xfrm>
          <a:custGeom>
            <a:avLst/>
            <a:gdLst>
              <a:gd name="csX0" fmla="*/ 0 w 10900219"/>
              <a:gd name="csY0" fmla="*/ 0 h 18288"/>
              <a:gd name="csX1" fmla="*/ 463259 w 10900219"/>
              <a:gd name="csY1" fmla="*/ 0 h 18288"/>
              <a:gd name="csX2" fmla="*/ 1144523 w 10900219"/>
              <a:gd name="csY2" fmla="*/ 0 h 18288"/>
              <a:gd name="csX3" fmla="*/ 1934789 w 10900219"/>
              <a:gd name="csY3" fmla="*/ 0 h 18288"/>
              <a:gd name="csX4" fmla="*/ 2289046 w 10900219"/>
              <a:gd name="csY4" fmla="*/ 0 h 18288"/>
              <a:gd name="csX5" fmla="*/ 2643303 w 10900219"/>
              <a:gd name="csY5" fmla="*/ 0 h 18288"/>
              <a:gd name="csX6" fmla="*/ 3542571 w 10900219"/>
              <a:gd name="csY6" fmla="*/ 0 h 18288"/>
              <a:gd name="csX7" fmla="*/ 4223835 w 10900219"/>
              <a:gd name="csY7" fmla="*/ 0 h 18288"/>
              <a:gd name="csX8" fmla="*/ 4578092 w 10900219"/>
              <a:gd name="csY8" fmla="*/ 0 h 18288"/>
              <a:gd name="csX9" fmla="*/ 5259356 w 10900219"/>
              <a:gd name="csY9" fmla="*/ 0 h 18288"/>
              <a:gd name="csX10" fmla="*/ 6158624 w 10900219"/>
              <a:gd name="csY10" fmla="*/ 0 h 18288"/>
              <a:gd name="csX11" fmla="*/ 6730885 w 10900219"/>
              <a:gd name="csY11" fmla="*/ 0 h 18288"/>
              <a:gd name="csX12" fmla="*/ 7303147 w 10900219"/>
              <a:gd name="csY12" fmla="*/ 0 h 18288"/>
              <a:gd name="csX13" fmla="*/ 7984410 w 10900219"/>
              <a:gd name="csY13" fmla="*/ 0 h 18288"/>
              <a:gd name="csX14" fmla="*/ 8774676 w 10900219"/>
              <a:gd name="csY14" fmla="*/ 0 h 18288"/>
              <a:gd name="csX15" fmla="*/ 9564942 w 10900219"/>
              <a:gd name="csY15" fmla="*/ 0 h 18288"/>
              <a:gd name="csX16" fmla="*/ 10900219 w 10900219"/>
              <a:gd name="csY16" fmla="*/ 0 h 18288"/>
              <a:gd name="csX17" fmla="*/ 10900219 w 10900219"/>
              <a:gd name="csY17" fmla="*/ 18288 h 18288"/>
              <a:gd name="csX18" fmla="*/ 10436960 w 10900219"/>
              <a:gd name="csY18" fmla="*/ 18288 h 18288"/>
              <a:gd name="csX19" fmla="*/ 9537692 w 10900219"/>
              <a:gd name="csY19" fmla="*/ 18288 h 18288"/>
              <a:gd name="csX20" fmla="*/ 8856428 w 10900219"/>
              <a:gd name="csY20" fmla="*/ 18288 h 18288"/>
              <a:gd name="csX21" fmla="*/ 8502171 w 10900219"/>
              <a:gd name="csY21" fmla="*/ 18288 h 18288"/>
              <a:gd name="csX22" fmla="*/ 7820907 w 10900219"/>
              <a:gd name="csY22" fmla="*/ 18288 h 18288"/>
              <a:gd name="csX23" fmla="*/ 7248646 w 10900219"/>
              <a:gd name="csY23" fmla="*/ 18288 h 18288"/>
              <a:gd name="csX24" fmla="*/ 6676384 w 10900219"/>
              <a:gd name="csY24" fmla="*/ 18288 h 18288"/>
              <a:gd name="csX25" fmla="*/ 6104123 w 10900219"/>
              <a:gd name="csY25" fmla="*/ 18288 h 18288"/>
              <a:gd name="csX26" fmla="*/ 5531861 w 10900219"/>
              <a:gd name="csY26" fmla="*/ 18288 h 18288"/>
              <a:gd name="csX27" fmla="*/ 4741595 w 10900219"/>
              <a:gd name="csY27" fmla="*/ 18288 h 18288"/>
              <a:gd name="csX28" fmla="*/ 4060332 w 10900219"/>
              <a:gd name="csY28" fmla="*/ 18288 h 18288"/>
              <a:gd name="csX29" fmla="*/ 3706074 w 10900219"/>
              <a:gd name="csY29" fmla="*/ 18288 h 18288"/>
              <a:gd name="csX30" fmla="*/ 3133813 w 10900219"/>
              <a:gd name="csY30" fmla="*/ 18288 h 18288"/>
              <a:gd name="csX31" fmla="*/ 2343547 w 10900219"/>
              <a:gd name="csY31" fmla="*/ 18288 h 18288"/>
              <a:gd name="csX32" fmla="*/ 1880288 w 10900219"/>
              <a:gd name="csY32" fmla="*/ 18288 h 18288"/>
              <a:gd name="csX33" fmla="*/ 981020 w 10900219"/>
              <a:gd name="csY33" fmla="*/ 18288 h 18288"/>
              <a:gd name="csX34" fmla="*/ 0 w 10900219"/>
              <a:gd name="csY34" fmla="*/ 18288 h 18288"/>
              <a:gd name="csX35" fmla="*/ 0 w 10900219"/>
              <a:gd name="csY35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  <a:cxn ang="0">
                <a:pos x="csX17" y="csY17"/>
              </a:cxn>
              <a:cxn ang="0">
                <a:pos x="csX18" y="csY18"/>
              </a:cxn>
              <a:cxn ang="0">
                <a:pos x="csX19" y="csY19"/>
              </a:cxn>
              <a:cxn ang="0">
                <a:pos x="csX20" y="csY20"/>
              </a:cxn>
              <a:cxn ang="0">
                <a:pos x="csX21" y="csY21"/>
              </a:cxn>
              <a:cxn ang="0">
                <a:pos x="csX22" y="csY22"/>
              </a:cxn>
              <a:cxn ang="0">
                <a:pos x="csX23" y="csY23"/>
              </a:cxn>
              <a:cxn ang="0">
                <a:pos x="csX24" y="csY24"/>
              </a:cxn>
              <a:cxn ang="0">
                <a:pos x="csX25" y="csY25"/>
              </a:cxn>
              <a:cxn ang="0">
                <a:pos x="csX26" y="csY26"/>
              </a:cxn>
              <a:cxn ang="0">
                <a:pos x="csX27" y="csY27"/>
              </a:cxn>
              <a:cxn ang="0">
                <a:pos x="csX28" y="csY28"/>
              </a:cxn>
              <a:cxn ang="0">
                <a:pos x="csX29" y="csY29"/>
              </a:cxn>
              <a:cxn ang="0">
                <a:pos x="csX30" y="csY30"/>
              </a:cxn>
              <a:cxn ang="0">
                <a:pos x="csX31" y="csY31"/>
              </a:cxn>
              <a:cxn ang="0">
                <a:pos x="csX32" y="csY32"/>
              </a:cxn>
              <a:cxn ang="0">
                <a:pos x="csX33" y="csY33"/>
              </a:cxn>
              <a:cxn ang="0">
                <a:pos x="csX34" y="csY34"/>
              </a:cxn>
              <a:cxn ang="0">
                <a:pos x="csX35" y="csY35"/>
              </a:cxn>
            </a:cxnLst>
            <a:rect l="l" t="t" r="r" b="b"/>
            <a:pathLst>
              <a:path w="10900219" h="18288" fill="none" extrusionOk="0">
                <a:moveTo>
                  <a:pt x="0" y="0"/>
                </a:moveTo>
                <a:cubicBezTo>
                  <a:pt x="118469" y="-6619"/>
                  <a:pt x="329397" y="-5525"/>
                  <a:pt x="463259" y="0"/>
                </a:cubicBezTo>
                <a:cubicBezTo>
                  <a:pt x="597121" y="5525"/>
                  <a:pt x="866598" y="4881"/>
                  <a:pt x="1144523" y="0"/>
                </a:cubicBezTo>
                <a:cubicBezTo>
                  <a:pt x="1422448" y="-4881"/>
                  <a:pt x="1761178" y="17159"/>
                  <a:pt x="1934789" y="0"/>
                </a:cubicBezTo>
                <a:cubicBezTo>
                  <a:pt x="2108400" y="-17159"/>
                  <a:pt x="2119134" y="-4032"/>
                  <a:pt x="2289046" y="0"/>
                </a:cubicBezTo>
                <a:cubicBezTo>
                  <a:pt x="2458958" y="4032"/>
                  <a:pt x="2472610" y="15385"/>
                  <a:pt x="2643303" y="0"/>
                </a:cubicBezTo>
                <a:cubicBezTo>
                  <a:pt x="2813996" y="-15385"/>
                  <a:pt x="3334189" y="-21234"/>
                  <a:pt x="3542571" y="0"/>
                </a:cubicBezTo>
                <a:cubicBezTo>
                  <a:pt x="3750953" y="21234"/>
                  <a:pt x="3991639" y="13212"/>
                  <a:pt x="4223835" y="0"/>
                </a:cubicBezTo>
                <a:cubicBezTo>
                  <a:pt x="4456031" y="-13212"/>
                  <a:pt x="4466914" y="13318"/>
                  <a:pt x="4578092" y="0"/>
                </a:cubicBezTo>
                <a:cubicBezTo>
                  <a:pt x="4689270" y="-13318"/>
                  <a:pt x="5120635" y="31363"/>
                  <a:pt x="5259356" y="0"/>
                </a:cubicBezTo>
                <a:cubicBezTo>
                  <a:pt x="5398077" y="-31363"/>
                  <a:pt x="5954119" y="-7091"/>
                  <a:pt x="6158624" y="0"/>
                </a:cubicBezTo>
                <a:cubicBezTo>
                  <a:pt x="6363129" y="7091"/>
                  <a:pt x="6535071" y="-8480"/>
                  <a:pt x="6730885" y="0"/>
                </a:cubicBezTo>
                <a:cubicBezTo>
                  <a:pt x="6926699" y="8480"/>
                  <a:pt x="7091018" y="19194"/>
                  <a:pt x="7303147" y="0"/>
                </a:cubicBezTo>
                <a:cubicBezTo>
                  <a:pt x="7515276" y="-19194"/>
                  <a:pt x="7840361" y="30755"/>
                  <a:pt x="7984410" y="0"/>
                </a:cubicBezTo>
                <a:cubicBezTo>
                  <a:pt x="8128459" y="-30755"/>
                  <a:pt x="8498590" y="39460"/>
                  <a:pt x="8774676" y="0"/>
                </a:cubicBezTo>
                <a:cubicBezTo>
                  <a:pt x="9050762" y="-39460"/>
                  <a:pt x="9204381" y="36508"/>
                  <a:pt x="9564942" y="0"/>
                </a:cubicBezTo>
                <a:cubicBezTo>
                  <a:pt x="9925503" y="-36508"/>
                  <a:pt x="10235542" y="59225"/>
                  <a:pt x="10900219" y="0"/>
                </a:cubicBezTo>
                <a:cubicBezTo>
                  <a:pt x="10900865" y="4451"/>
                  <a:pt x="10900709" y="9226"/>
                  <a:pt x="10900219" y="18288"/>
                </a:cubicBezTo>
                <a:cubicBezTo>
                  <a:pt x="10675942" y="21751"/>
                  <a:pt x="10609372" y="26977"/>
                  <a:pt x="10436960" y="18288"/>
                </a:cubicBezTo>
                <a:cubicBezTo>
                  <a:pt x="10264548" y="9599"/>
                  <a:pt x="9961150" y="-11074"/>
                  <a:pt x="9537692" y="18288"/>
                </a:cubicBezTo>
                <a:cubicBezTo>
                  <a:pt x="9114234" y="47650"/>
                  <a:pt x="9087386" y="35169"/>
                  <a:pt x="8856428" y="18288"/>
                </a:cubicBezTo>
                <a:cubicBezTo>
                  <a:pt x="8625470" y="1407"/>
                  <a:pt x="8634361" y="13786"/>
                  <a:pt x="8502171" y="18288"/>
                </a:cubicBezTo>
                <a:cubicBezTo>
                  <a:pt x="8369981" y="22790"/>
                  <a:pt x="8132296" y="22561"/>
                  <a:pt x="7820907" y="18288"/>
                </a:cubicBezTo>
                <a:cubicBezTo>
                  <a:pt x="7509518" y="14015"/>
                  <a:pt x="7432447" y="29431"/>
                  <a:pt x="7248646" y="18288"/>
                </a:cubicBezTo>
                <a:cubicBezTo>
                  <a:pt x="7064845" y="7145"/>
                  <a:pt x="6954380" y="2746"/>
                  <a:pt x="6676384" y="18288"/>
                </a:cubicBezTo>
                <a:cubicBezTo>
                  <a:pt x="6398388" y="33830"/>
                  <a:pt x="6292480" y="-4579"/>
                  <a:pt x="6104123" y="18288"/>
                </a:cubicBezTo>
                <a:cubicBezTo>
                  <a:pt x="5915766" y="41155"/>
                  <a:pt x="5703359" y="-8437"/>
                  <a:pt x="5531861" y="18288"/>
                </a:cubicBezTo>
                <a:cubicBezTo>
                  <a:pt x="5360363" y="45013"/>
                  <a:pt x="5056784" y="-12121"/>
                  <a:pt x="4741595" y="18288"/>
                </a:cubicBezTo>
                <a:cubicBezTo>
                  <a:pt x="4426406" y="48697"/>
                  <a:pt x="4364529" y="-10910"/>
                  <a:pt x="4060332" y="18288"/>
                </a:cubicBezTo>
                <a:cubicBezTo>
                  <a:pt x="3756135" y="47486"/>
                  <a:pt x="3816049" y="13364"/>
                  <a:pt x="3706074" y="18288"/>
                </a:cubicBezTo>
                <a:cubicBezTo>
                  <a:pt x="3596099" y="23212"/>
                  <a:pt x="3382238" y="37686"/>
                  <a:pt x="3133813" y="18288"/>
                </a:cubicBezTo>
                <a:cubicBezTo>
                  <a:pt x="2885388" y="-1110"/>
                  <a:pt x="2523125" y="15465"/>
                  <a:pt x="2343547" y="18288"/>
                </a:cubicBezTo>
                <a:cubicBezTo>
                  <a:pt x="2163969" y="21111"/>
                  <a:pt x="1985160" y="33196"/>
                  <a:pt x="1880288" y="18288"/>
                </a:cubicBezTo>
                <a:cubicBezTo>
                  <a:pt x="1775416" y="3380"/>
                  <a:pt x="1261751" y="-9914"/>
                  <a:pt x="981020" y="18288"/>
                </a:cubicBezTo>
                <a:cubicBezTo>
                  <a:pt x="700289" y="46490"/>
                  <a:pt x="314212" y="-15659"/>
                  <a:pt x="0" y="18288"/>
                </a:cubicBezTo>
                <a:cubicBezTo>
                  <a:pt x="-213" y="9468"/>
                  <a:pt x="187" y="4459"/>
                  <a:pt x="0" y="0"/>
                </a:cubicBezTo>
                <a:close/>
              </a:path>
              <a:path w="10900219" h="18288" stroke="0" extrusionOk="0">
                <a:moveTo>
                  <a:pt x="0" y="0"/>
                </a:moveTo>
                <a:cubicBezTo>
                  <a:pt x="269624" y="3698"/>
                  <a:pt x="383061" y="-5818"/>
                  <a:pt x="572261" y="0"/>
                </a:cubicBezTo>
                <a:cubicBezTo>
                  <a:pt x="761461" y="5818"/>
                  <a:pt x="826360" y="-1890"/>
                  <a:pt x="926519" y="0"/>
                </a:cubicBezTo>
                <a:cubicBezTo>
                  <a:pt x="1026678" y="1890"/>
                  <a:pt x="1621671" y="-1096"/>
                  <a:pt x="1825787" y="0"/>
                </a:cubicBezTo>
                <a:cubicBezTo>
                  <a:pt x="2029903" y="1096"/>
                  <a:pt x="2212612" y="17145"/>
                  <a:pt x="2398048" y="0"/>
                </a:cubicBezTo>
                <a:cubicBezTo>
                  <a:pt x="2583484" y="-17145"/>
                  <a:pt x="2739759" y="-14168"/>
                  <a:pt x="2970310" y="0"/>
                </a:cubicBezTo>
                <a:cubicBezTo>
                  <a:pt x="3200861" y="14168"/>
                  <a:pt x="3502691" y="33180"/>
                  <a:pt x="3869578" y="0"/>
                </a:cubicBezTo>
                <a:cubicBezTo>
                  <a:pt x="4236465" y="-33180"/>
                  <a:pt x="4122134" y="-10470"/>
                  <a:pt x="4332837" y="0"/>
                </a:cubicBezTo>
                <a:cubicBezTo>
                  <a:pt x="4543540" y="10470"/>
                  <a:pt x="4834652" y="3572"/>
                  <a:pt x="5232105" y="0"/>
                </a:cubicBezTo>
                <a:cubicBezTo>
                  <a:pt x="5629558" y="-3572"/>
                  <a:pt x="5773178" y="-6604"/>
                  <a:pt x="6131373" y="0"/>
                </a:cubicBezTo>
                <a:cubicBezTo>
                  <a:pt x="6489568" y="6604"/>
                  <a:pt x="6621532" y="18870"/>
                  <a:pt x="6812637" y="0"/>
                </a:cubicBezTo>
                <a:cubicBezTo>
                  <a:pt x="7003742" y="-18870"/>
                  <a:pt x="7311146" y="18959"/>
                  <a:pt x="7711905" y="0"/>
                </a:cubicBezTo>
                <a:cubicBezTo>
                  <a:pt x="8112664" y="-18959"/>
                  <a:pt x="8080793" y="-24744"/>
                  <a:pt x="8284166" y="0"/>
                </a:cubicBezTo>
                <a:cubicBezTo>
                  <a:pt x="8487539" y="24744"/>
                  <a:pt x="8615041" y="-1627"/>
                  <a:pt x="8856428" y="0"/>
                </a:cubicBezTo>
                <a:cubicBezTo>
                  <a:pt x="9097815" y="1627"/>
                  <a:pt x="9475052" y="26322"/>
                  <a:pt x="9646694" y="0"/>
                </a:cubicBezTo>
                <a:cubicBezTo>
                  <a:pt x="9818336" y="-26322"/>
                  <a:pt x="9938906" y="-121"/>
                  <a:pt x="10218955" y="0"/>
                </a:cubicBezTo>
                <a:cubicBezTo>
                  <a:pt x="10499004" y="121"/>
                  <a:pt x="10697467" y="15326"/>
                  <a:pt x="10900219" y="0"/>
                </a:cubicBezTo>
                <a:cubicBezTo>
                  <a:pt x="10899812" y="8690"/>
                  <a:pt x="10900065" y="14141"/>
                  <a:pt x="10900219" y="18288"/>
                </a:cubicBezTo>
                <a:cubicBezTo>
                  <a:pt x="10543007" y="31201"/>
                  <a:pt x="10472057" y="15684"/>
                  <a:pt x="10109953" y="18288"/>
                </a:cubicBezTo>
                <a:cubicBezTo>
                  <a:pt x="9747849" y="20892"/>
                  <a:pt x="9872856" y="33007"/>
                  <a:pt x="9755696" y="18288"/>
                </a:cubicBezTo>
                <a:cubicBezTo>
                  <a:pt x="9638536" y="3569"/>
                  <a:pt x="9442681" y="6596"/>
                  <a:pt x="9292437" y="18288"/>
                </a:cubicBezTo>
                <a:cubicBezTo>
                  <a:pt x="9142193" y="29980"/>
                  <a:pt x="8817861" y="-11343"/>
                  <a:pt x="8393169" y="18288"/>
                </a:cubicBezTo>
                <a:cubicBezTo>
                  <a:pt x="7968477" y="47919"/>
                  <a:pt x="7919655" y="23228"/>
                  <a:pt x="7711905" y="18288"/>
                </a:cubicBezTo>
                <a:cubicBezTo>
                  <a:pt x="7504155" y="13348"/>
                  <a:pt x="7365667" y="6452"/>
                  <a:pt x="7248646" y="18288"/>
                </a:cubicBezTo>
                <a:cubicBezTo>
                  <a:pt x="7131625" y="30124"/>
                  <a:pt x="6776155" y="2871"/>
                  <a:pt x="6567382" y="18288"/>
                </a:cubicBezTo>
                <a:cubicBezTo>
                  <a:pt x="6358609" y="33705"/>
                  <a:pt x="6372933" y="1091"/>
                  <a:pt x="6213125" y="18288"/>
                </a:cubicBezTo>
                <a:cubicBezTo>
                  <a:pt x="6053317" y="35485"/>
                  <a:pt x="5980913" y="1290"/>
                  <a:pt x="5858868" y="18288"/>
                </a:cubicBezTo>
                <a:cubicBezTo>
                  <a:pt x="5736823" y="35286"/>
                  <a:pt x="5481395" y="5492"/>
                  <a:pt x="5177604" y="18288"/>
                </a:cubicBezTo>
                <a:cubicBezTo>
                  <a:pt x="4873813" y="31084"/>
                  <a:pt x="4854222" y="37160"/>
                  <a:pt x="4714345" y="18288"/>
                </a:cubicBezTo>
                <a:cubicBezTo>
                  <a:pt x="4574468" y="-584"/>
                  <a:pt x="4298550" y="22981"/>
                  <a:pt x="3924079" y="18288"/>
                </a:cubicBezTo>
                <a:cubicBezTo>
                  <a:pt x="3549608" y="13595"/>
                  <a:pt x="3645461" y="-921"/>
                  <a:pt x="3460820" y="18288"/>
                </a:cubicBezTo>
                <a:cubicBezTo>
                  <a:pt x="3276179" y="37497"/>
                  <a:pt x="3004470" y="-15027"/>
                  <a:pt x="2670554" y="18288"/>
                </a:cubicBezTo>
                <a:cubicBezTo>
                  <a:pt x="2336638" y="51603"/>
                  <a:pt x="2425773" y="17517"/>
                  <a:pt x="2316297" y="18288"/>
                </a:cubicBezTo>
                <a:cubicBezTo>
                  <a:pt x="2206821" y="19059"/>
                  <a:pt x="1757890" y="42158"/>
                  <a:pt x="1526031" y="18288"/>
                </a:cubicBezTo>
                <a:cubicBezTo>
                  <a:pt x="1294172" y="-5582"/>
                  <a:pt x="1213137" y="12281"/>
                  <a:pt x="1062771" y="18288"/>
                </a:cubicBezTo>
                <a:cubicBezTo>
                  <a:pt x="912405" y="24295"/>
                  <a:pt x="829444" y="7304"/>
                  <a:pt x="708514" y="18288"/>
                </a:cubicBezTo>
                <a:cubicBezTo>
                  <a:pt x="587584" y="29272"/>
                  <a:pt x="227877" y="37311"/>
                  <a:pt x="0" y="18288"/>
                </a:cubicBezTo>
                <a:cubicBezTo>
                  <a:pt x="-53" y="11301"/>
                  <a:pt x="-649" y="7756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4925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3A132180-D6F3-B4BF-D599-143E9966989C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13248535"/>
              </p:ext>
            </p:extLst>
          </p:nvPr>
        </p:nvGraphicFramePr>
        <p:xfrm>
          <a:off x="632647" y="2805098"/>
          <a:ext cx="10915869" cy="347894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67291656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743AA782-23D1-4521-8CAD-47662984AA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A0F5585-D8E3-3FFC-3C0E-47D0B79A73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936" y="640080"/>
            <a:ext cx="4818888" cy="1481328"/>
          </a:xfrm>
        </p:spPr>
        <p:txBody>
          <a:bodyPr anchor="b">
            <a:normAutofit/>
          </a:bodyPr>
          <a:lstStyle/>
          <a:p>
            <a:pPr>
              <a:lnSpc>
                <a:spcPct val="90000"/>
              </a:lnSpc>
            </a:pPr>
            <a:r>
              <a:rPr lang="en-ZA" dirty="0"/>
              <a:t>Support and moderation</a:t>
            </a:r>
            <a:endParaRPr lang="en-ZA"/>
          </a:p>
        </p:txBody>
      </p:sp>
      <p:sp>
        <p:nvSpPr>
          <p:cNvPr id="12" name="Rectangle 6">
            <a:extLst>
              <a:ext uri="{FF2B5EF4-FFF2-40B4-BE49-F238E27FC236}">
                <a16:creationId xmlns:a16="http://schemas.microsoft.com/office/drawing/2014/main" id="{3CE8AF5E-D374-4CF1-90CC-35CF73B81C3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30936" y="2386584"/>
            <a:ext cx="4114800" cy="18288"/>
          </a:xfrm>
          <a:custGeom>
            <a:avLst/>
            <a:gdLst>
              <a:gd name="csX0" fmla="*/ 0 w 4114800"/>
              <a:gd name="csY0" fmla="*/ 0 h 18288"/>
              <a:gd name="csX1" fmla="*/ 768096 w 4114800"/>
              <a:gd name="csY1" fmla="*/ 0 h 18288"/>
              <a:gd name="csX2" fmla="*/ 1495044 w 4114800"/>
              <a:gd name="csY2" fmla="*/ 0 h 18288"/>
              <a:gd name="csX3" fmla="*/ 2221992 w 4114800"/>
              <a:gd name="csY3" fmla="*/ 0 h 18288"/>
              <a:gd name="csX4" fmla="*/ 2784348 w 4114800"/>
              <a:gd name="csY4" fmla="*/ 0 h 18288"/>
              <a:gd name="csX5" fmla="*/ 3387852 w 4114800"/>
              <a:gd name="csY5" fmla="*/ 0 h 18288"/>
              <a:gd name="csX6" fmla="*/ 4114800 w 4114800"/>
              <a:gd name="csY6" fmla="*/ 0 h 18288"/>
              <a:gd name="csX7" fmla="*/ 4114800 w 4114800"/>
              <a:gd name="csY7" fmla="*/ 18288 h 18288"/>
              <a:gd name="csX8" fmla="*/ 3429000 w 4114800"/>
              <a:gd name="csY8" fmla="*/ 18288 h 18288"/>
              <a:gd name="csX9" fmla="*/ 2866644 w 4114800"/>
              <a:gd name="csY9" fmla="*/ 18288 h 18288"/>
              <a:gd name="csX10" fmla="*/ 2304288 w 4114800"/>
              <a:gd name="csY10" fmla="*/ 18288 h 18288"/>
              <a:gd name="csX11" fmla="*/ 1577340 w 4114800"/>
              <a:gd name="csY11" fmla="*/ 18288 h 18288"/>
              <a:gd name="csX12" fmla="*/ 973836 w 4114800"/>
              <a:gd name="csY12" fmla="*/ 18288 h 18288"/>
              <a:gd name="csX13" fmla="*/ 0 w 4114800"/>
              <a:gd name="csY13" fmla="*/ 18288 h 18288"/>
              <a:gd name="csX14" fmla="*/ 0 w 4114800"/>
              <a:gd name="csY14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</a:cxnLst>
            <a:rect l="l" t="t" r="r" b="b"/>
            <a:pathLst>
              <a:path w="4114800" h="18288" fill="none" extrusionOk="0">
                <a:moveTo>
                  <a:pt x="0" y="0"/>
                </a:moveTo>
                <a:cubicBezTo>
                  <a:pt x="338280" y="-26110"/>
                  <a:pt x="483942" y="6555"/>
                  <a:pt x="768096" y="0"/>
                </a:cubicBezTo>
                <a:cubicBezTo>
                  <a:pt x="1052250" y="-6555"/>
                  <a:pt x="1331484" y="24616"/>
                  <a:pt x="1495044" y="0"/>
                </a:cubicBezTo>
                <a:cubicBezTo>
                  <a:pt x="1658604" y="-24616"/>
                  <a:pt x="2056661" y="-33562"/>
                  <a:pt x="2221992" y="0"/>
                </a:cubicBezTo>
                <a:cubicBezTo>
                  <a:pt x="2387323" y="33562"/>
                  <a:pt x="2629463" y="-20094"/>
                  <a:pt x="2784348" y="0"/>
                </a:cubicBezTo>
                <a:cubicBezTo>
                  <a:pt x="2939233" y="20094"/>
                  <a:pt x="3151981" y="1524"/>
                  <a:pt x="3387852" y="0"/>
                </a:cubicBezTo>
                <a:cubicBezTo>
                  <a:pt x="3623723" y="-1524"/>
                  <a:pt x="3882724" y="26165"/>
                  <a:pt x="4114800" y="0"/>
                </a:cubicBezTo>
                <a:cubicBezTo>
                  <a:pt x="4114300" y="8855"/>
                  <a:pt x="4114909" y="14521"/>
                  <a:pt x="4114800" y="18288"/>
                </a:cubicBezTo>
                <a:cubicBezTo>
                  <a:pt x="3910038" y="37744"/>
                  <a:pt x="3683432" y="-3969"/>
                  <a:pt x="3429000" y="18288"/>
                </a:cubicBezTo>
                <a:cubicBezTo>
                  <a:pt x="3174568" y="40545"/>
                  <a:pt x="3085815" y="44166"/>
                  <a:pt x="2866644" y="18288"/>
                </a:cubicBezTo>
                <a:cubicBezTo>
                  <a:pt x="2647473" y="-7590"/>
                  <a:pt x="2580474" y="31338"/>
                  <a:pt x="2304288" y="18288"/>
                </a:cubicBezTo>
                <a:cubicBezTo>
                  <a:pt x="2028102" y="5238"/>
                  <a:pt x="1863008" y="-2001"/>
                  <a:pt x="1577340" y="18288"/>
                </a:cubicBezTo>
                <a:cubicBezTo>
                  <a:pt x="1291672" y="38577"/>
                  <a:pt x="1243931" y="9893"/>
                  <a:pt x="973836" y="18288"/>
                </a:cubicBezTo>
                <a:cubicBezTo>
                  <a:pt x="703741" y="26683"/>
                  <a:pt x="317656" y="-5910"/>
                  <a:pt x="0" y="18288"/>
                </a:cubicBezTo>
                <a:cubicBezTo>
                  <a:pt x="683" y="12014"/>
                  <a:pt x="724" y="5908"/>
                  <a:pt x="0" y="0"/>
                </a:cubicBezTo>
                <a:close/>
              </a:path>
              <a:path w="4114800" h="18288" stroke="0" extrusionOk="0">
                <a:moveTo>
                  <a:pt x="0" y="0"/>
                </a:moveTo>
                <a:cubicBezTo>
                  <a:pt x="276109" y="5266"/>
                  <a:pt x="325589" y="-19584"/>
                  <a:pt x="644652" y="0"/>
                </a:cubicBezTo>
                <a:cubicBezTo>
                  <a:pt x="963715" y="19584"/>
                  <a:pt x="1064991" y="6066"/>
                  <a:pt x="1207008" y="0"/>
                </a:cubicBezTo>
                <a:cubicBezTo>
                  <a:pt x="1349025" y="-6066"/>
                  <a:pt x="1791724" y="14506"/>
                  <a:pt x="1975104" y="0"/>
                </a:cubicBezTo>
                <a:cubicBezTo>
                  <a:pt x="2158484" y="-14506"/>
                  <a:pt x="2397469" y="20822"/>
                  <a:pt x="2619756" y="0"/>
                </a:cubicBezTo>
                <a:cubicBezTo>
                  <a:pt x="2842043" y="-20822"/>
                  <a:pt x="2992157" y="20388"/>
                  <a:pt x="3264408" y="0"/>
                </a:cubicBezTo>
                <a:cubicBezTo>
                  <a:pt x="3536659" y="-20388"/>
                  <a:pt x="3855620" y="38211"/>
                  <a:pt x="4114800" y="0"/>
                </a:cubicBezTo>
                <a:cubicBezTo>
                  <a:pt x="4113902" y="7180"/>
                  <a:pt x="4114969" y="13790"/>
                  <a:pt x="4114800" y="18288"/>
                </a:cubicBezTo>
                <a:cubicBezTo>
                  <a:pt x="3968901" y="8593"/>
                  <a:pt x="3623428" y="17559"/>
                  <a:pt x="3429000" y="18288"/>
                </a:cubicBezTo>
                <a:cubicBezTo>
                  <a:pt x="3234572" y="19017"/>
                  <a:pt x="3085079" y="41804"/>
                  <a:pt x="2866644" y="18288"/>
                </a:cubicBezTo>
                <a:cubicBezTo>
                  <a:pt x="2648209" y="-5228"/>
                  <a:pt x="2451737" y="24580"/>
                  <a:pt x="2180844" y="18288"/>
                </a:cubicBezTo>
                <a:cubicBezTo>
                  <a:pt x="1909951" y="11996"/>
                  <a:pt x="1681589" y="12244"/>
                  <a:pt x="1495044" y="18288"/>
                </a:cubicBezTo>
                <a:cubicBezTo>
                  <a:pt x="1308499" y="24332"/>
                  <a:pt x="1136614" y="21789"/>
                  <a:pt x="850392" y="18288"/>
                </a:cubicBezTo>
                <a:cubicBezTo>
                  <a:pt x="564170" y="14787"/>
                  <a:pt x="210636" y="54701"/>
                  <a:pt x="0" y="18288"/>
                </a:cubicBezTo>
                <a:cubicBezTo>
                  <a:pt x="571" y="10093"/>
                  <a:pt x="-125" y="8407"/>
                  <a:pt x="0" y="0"/>
                </a:cubicBezTo>
                <a:close/>
              </a:path>
            </a:pathLst>
          </a:custGeom>
          <a:solidFill>
            <a:schemeClr val="accent1"/>
          </a:solidFill>
          <a:ln w="38100" cap="rnd">
            <a:solidFill>
              <a:schemeClr val="accent1"/>
            </a:solidFill>
            <a:round/>
            <a:extLst>
              <a:ext uri="{C807C97D-BFC1-408E-A445-0C87EB9F89A2}">
                <ask:lineSketchStyleProps xmlns:ask="http://schemas.microsoft.com/office/drawing/2018/sketchyshapes" sd="1219033472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CEBB1A-F622-F2D6-064A-A3C6A59491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0936" y="2660904"/>
            <a:ext cx="4818888" cy="3547872"/>
          </a:xfrm>
        </p:spPr>
        <p:txBody>
          <a:bodyPr anchor="t">
            <a:normAutofit/>
          </a:bodyPr>
          <a:lstStyle/>
          <a:p>
            <a:r>
              <a:rPr lang="en-ZA" sz="4800" dirty="0"/>
              <a:t>Clusters</a:t>
            </a:r>
          </a:p>
          <a:p>
            <a:r>
              <a:rPr lang="en-ZA" sz="4800" dirty="0"/>
              <a:t>Using recordings as tool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14:cNvPr>
              <p14:cNvContentPartPr>
                <a14:cpLocks xmlns:a14="http://schemas.microsoft.com/office/drawing/2010/main" noGrp="1" noRot="1" noChangeAspect="1" noMove="1" noResize="1" noEditPoints="1" noAdjustHandles="1" noChangeArrowheads="1" noChangeShapeType="1"/>
              </p14:cNvContentPartPr>
              <p14:nvPr>
                <p:extLst>
                  <p:ext uri="{386F3935-93C4-4BCD-93E2-E3B085C9AB24}">
                    <p16:designElem xmlns:p16="http://schemas.microsoft.com/office/powerpoint/2015/main" val="1"/>
                  </p:ext>
                </p:extLst>
              </p14:nvPr>
            </p14:nvContentPartPr>
            <p14:xfrm>
              <a:off x="5755403" y="1971579"/>
              <a:ext cx="360" cy="2160"/>
            </p14:xfrm>
          </p:contentPart>
        </mc:Choice>
        <mc:Fallback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070477C5-0410-4E4F-97A1-F84C2465C187}"/>
                  </a:ext>
                  <a:ext uri="{C183D7F6-B498-43B3-948B-1728B52AA6E4}">
                    <adec:decorative xmlns:adec="http://schemas.microsoft.com/office/drawing/2017/decorative" val="1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737403" y="1956150"/>
                <a:ext cx="36000" cy="32709"/>
              </a:xfrm>
              <a:prstGeom prst="rect">
                <a:avLst/>
              </a:prstGeom>
            </p:spPr>
          </p:pic>
        </mc:Fallback>
      </mc:AlternateContent>
      <p:pic>
        <p:nvPicPr>
          <p:cNvPr id="7" name="Graphic 6" descr="Checkmark">
            <a:extLst>
              <a:ext uri="{FF2B5EF4-FFF2-40B4-BE49-F238E27FC236}">
                <a16:creationId xmlns:a16="http://schemas.microsoft.com/office/drawing/2014/main" id="{7F39435E-31C8-6855-F83A-5EC4840C112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99048" y="699516"/>
            <a:ext cx="5458968" cy="54589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718831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Video 4" descr="Neon Pink Question Mark">
            <a:extLst>
              <a:ext uri="{FF2B5EF4-FFF2-40B4-BE49-F238E27FC236}">
                <a16:creationId xmlns:a16="http://schemas.microsoft.com/office/drawing/2014/main" id="{10F8848F-50AF-DB9B-80FD-E19E7E97DCF2}"/>
              </a:ext>
            </a:extLst>
          </p:cNvPr>
          <p:cNvPicPr>
            <a:picLocks noChangeAspect="1"/>
          </p:cNvPicPr>
          <p:nvPr>
            <a:vide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rcRect r="1" b="285"/>
          <a:stretch>
            <a:fillRect/>
          </a:stretch>
        </p:blipFill>
        <p:spPr>
          <a:xfrm>
            <a:off x="-3047" y="10"/>
            <a:ext cx="12191999" cy="6857990"/>
          </a:xfrm>
          <a:prstGeom prst="rect">
            <a:avLst/>
          </a:prstGeom>
        </p:spPr>
      </p:pic>
      <p:sp>
        <p:nvSpPr>
          <p:cNvPr id="9" name="Rectangle 8">
            <a:extLst>
              <a:ext uri="{FF2B5EF4-FFF2-40B4-BE49-F238E27FC236}">
                <a16:creationId xmlns:a16="http://schemas.microsoft.com/office/drawing/2014/main" id="{007891EC-4501-44ED-A8C8-B11B6DB767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2207602"/>
            <a:ext cx="12191999" cy="3162146"/>
          </a:xfrm>
          <a:prstGeom prst="rect">
            <a:avLst/>
          </a:prstGeom>
          <a:gradFill flip="none" rotWithShape="1">
            <a:gsLst>
              <a:gs pos="0">
                <a:schemeClr val="tx1">
                  <a:alpha val="0"/>
                </a:schemeClr>
              </a:gs>
              <a:gs pos="50000">
                <a:schemeClr val="tx1">
                  <a:alpha val="35000"/>
                </a:schemeClr>
              </a:gs>
              <a:gs pos="100000">
                <a:schemeClr val="tx1">
                  <a:alpha val="0"/>
                </a:schemeClr>
              </a:gs>
            </a:gsLst>
            <a:lin ang="162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266671C-D458-E09E-2771-D4052F122A7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3466" y="1322616"/>
            <a:ext cx="10905059" cy="2651204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/>
          </a:bodyPr>
          <a:lstStyle/>
          <a:p>
            <a:pPr algn="ctr"/>
            <a:r>
              <a:rPr lang="en-ZA" sz="5400">
                <a:solidFill>
                  <a:schemeClr val="bg1"/>
                </a:solidFill>
              </a:rPr>
              <a:t>Questions?</a:t>
            </a:r>
          </a:p>
        </p:txBody>
      </p:sp>
      <p:cxnSp>
        <p:nvCxnSpPr>
          <p:cNvPr id="11" name="Straight Connector 10">
            <a:extLst>
              <a:ext uri="{FF2B5EF4-FFF2-40B4-BE49-F238E27FC236}">
                <a16:creationId xmlns:a16="http://schemas.microsoft.com/office/drawing/2014/main" id="{34E5597F-CE67-4085-9548-E6A8036DA3B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393881" y="4035362"/>
            <a:ext cx="5404237" cy="0"/>
          </a:xfrm>
          <a:prstGeom prst="line">
            <a:avLst/>
          </a:prstGeom>
          <a:ln>
            <a:solidFill>
              <a:schemeClr val="bg1"/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067527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8170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seq concurrent="1" nextAc="seek">
              <p:cTn id="7" restart="whenNotActive" fill="hold" evtFilter="cancelBubble" nodeType="interactiveSeq">
                <p:stCondLst>
                  <p:cond evt="onClick" delay="0">
                    <p:tgtEl>
                      <p:spTgt spid="5"/>
                    </p:tgtEl>
                  </p:cond>
                </p:stCondLst>
                <p:endSync evt="end" delay="0">
                  <p:rtn val="all"/>
                </p:endSync>
                <p:childTnLst>
                  <p:par>
                    <p:cTn id="8" fill="hold">
                      <p:stCondLst>
                        <p:cond delay="0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togglePause">
                                      <p:cBhvr>
                                        <p:cTn id="11" dur="1" fill="hold"/>
                                        <p:tgtEl>
                                          <p:spTgt spid="5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nextCondLst>
                <p:cond evt="onClick" delay="0">
                  <p:tgtEl>
                    <p:spTgt spid="5"/>
                  </p:tgtEl>
                </p:cond>
              </p:nextCondLst>
            </p:seq>
            <p:video>
              <p:cMediaNode mute="1">
                <p:cTn id="12" repeatCount="indefinite" fill="hold" display="0">
                  <p:stCondLst>
                    <p:cond delay="indefinite"/>
                  </p:stCondLst>
                </p:cTn>
                <p:tgtEl>
                  <p:spTgt spid="5"/>
                </p:tgtEl>
              </p:cMediaNode>
            </p:video>
          </p:childTnLst>
        </p:cTn>
      </p:par>
    </p:tnLst>
  </p:timing>
</p:sld>
</file>

<file path=ppt/theme/theme1.xml><?xml version="1.0" encoding="utf-8"?>
<a:theme xmlns:a="http://schemas.openxmlformats.org/drawingml/2006/main" name="SketchyVTI">
  <a:themeElements>
    <a:clrScheme name="SketchyVTI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4650E"/>
      </a:accent1>
      <a:accent2>
        <a:srgbClr val="00A5AB"/>
      </a:accent2>
      <a:accent3>
        <a:srgbClr val="09963B"/>
      </a:accent3>
      <a:accent4>
        <a:srgbClr val="E64823"/>
      </a:accent4>
      <a:accent5>
        <a:srgbClr val="9C6A6A"/>
      </a:accent5>
      <a:accent6>
        <a:srgbClr val="824F8C"/>
      </a:accent6>
      <a:hlink>
        <a:srgbClr val="2998E3"/>
      </a:hlink>
      <a:folHlink>
        <a:srgbClr val="7F723D"/>
      </a:folHlink>
    </a:clrScheme>
    <a:fontScheme name="Custom 2">
      <a:majorFont>
        <a:latin typeface="Modern Love"/>
        <a:ea typeface=""/>
        <a:cs typeface=""/>
      </a:majorFont>
      <a:minorFont>
        <a:latin typeface="The Ha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ketchyVTI" id="{A6D2C935-A6E4-4DD9-BCC5-5AE2504DB8EA}" vid="{F0754072-50B6-4C01-B911-67246C9F58D2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58</Words>
  <Application>Microsoft Office PowerPoint</Application>
  <PresentationFormat>Widescreen</PresentationFormat>
  <Paragraphs>21</Paragraphs>
  <Slides>6</Slides>
  <Notes>0</Notes>
  <HiddenSlides>0</HiddenSlides>
  <MMClips>1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Modern Love</vt:lpstr>
      <vt:lpstr>The Hand</vt:lpstr>
      <vt:lpstr>SketchyVTI</vt:lpstr>
      <vt:lpstr>ORALS</vt:lpstr>
      <vt:lpstr>Adminstration of orals</vt:lpstr>
      <vt:lpstr>Prepared orals</vt:lpstr>
      <vt:lpstr>Listening and reading</vt:lpstr>
      <vt:lpstr>Support and moderation</vt:lpstr>
      <vt:lpstr>Questions?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Minky Antrobus</dc:creator>
  <cp:lastModifiedBy>Minky Antrobus</cp:lastModifiedBy>
  <cp:revision>1</cp:revision>
  <dcterms:created xsi:type="dcterms:W3CDTF">2026-02-10T15:02:52Z</dcterms:created>
  <dcterms:modified xsi:type="dcterms:W3CDTF">2026-02-10T15:22:45Z</dcterms:modified>
</cp:coreProperties>
</file>